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3" Type="http://schemas.openxmlformats.org/officeDocument/2006/relationships/presProps" Target="presProps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5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FFFFFF', padding: '48px 64px 40px 64px' }}&gt;&#13;&#10;  &lt;Box style={{ position: 'absolute', top: 0, right: 0, width: 520, height: 720, background: '#2563EB', opacity: 0.06 }} /&gt;&#13;&#10;  &lt;Box style={{ position: 'relative', flexDirection: 'row', height: '100%' }}&gt;&#13;&#10;    &lt;Box style={{ flex: 1, justifyContent: 'center', gap: 28 }}&gt;&#13;&#10;      &lt;Box style={{ width: 96, height: 8, background: '#2563EB', borderRadius: 4 }} /&gt;&#13;&#10;      &lt;Text style={{ fontSize: 56, fontWeight: 'bold', color: '#0F172A', lineHeight: 1.2 }}&gt;&#13;&#10;        公众号风格工坊&#13;&#10;      &lt;/Text&gt;&#13;&#10;      &lt;Text style={{ fontSize: 26, color: '#2563EB', fontWeight: 'bold', lineHeight: 1.5 }}&gt;&#13;&#10;        把「模仿一个号的写法」&lt;br /&gt;变成一条可复用的流水线&#13;&#10;      &lt;/Text&gt;&#13;&#10;      &lt;Text style={{ fontSize: 18, color: '#64748B', lineHeight: 1.7 }}&gt;&#13;&#10;        抓取真实文章 → 量化排版与文风 → 存成风格档案&lt;br /&gt;&#13;&#10;        → 按档案生成新稿 → 自动配图 → 一键复制排版&#13;&#10;      &lt;/Text&gt;&#13;&#10;    &lt;/Box&gt;&#13;&#10;    &lt;Box style={{ width: 380, justifyContent: 'center', alignItems: 'center' }}&gt;&#13;&#10;      &lt;Box style={{ width: 300, height: 300, borderRadius: 24, background: '#2563EB', justifyContent: 'center', alignItems: 'center' }}&gt;&#13;&#10;        &lt;Text style={{ fontSize: 96, fontWeight: 'bold', color: '#FFFFFF' }}&gt;6&lt;/Text&gt;&#13;&#10;        &lt;Text style={{ fontSize: 20, color: '#FFFFFF', opacity: 0.9 }}&gt;个环节一条链&lt;/Text&gt;&#13;&#10;      &lt;/Box&gt;&#13;&#10;    &lt;/Box&gt;&#13;&#10;  &lt;/Box&gt;&#13;&#10;  &lt;Box style={{ position: 'absolute', bottom: 40, right: 64 }}&gt;&#13;&#10;    &lt;Text style={{ fontSize: 14, color: '#64748B' }}&gt;01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09600" y="184785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73533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公众号风格工坊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73533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把「模仿一个号的写法」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变成一条可复用的流水线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73533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抓取真实文章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量化排版与文风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存成风格档案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按档案生成新稿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自动配图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一键复制排版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343900" y="203835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486900" y="280035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201150" y="39052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个环节一条链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11252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 style={{ background: '#FFFFFF', padding: '48px 64px 40px 64px' }}&gt;&#13;&#10;  &lt;Box style={{ height: 96, justifyContent: 'center' }}&gt;&#13;&#10;    &lt;Text style={{ fontSize: 36, fontWeight: 'bold', color: '#0F172A' }}&gt;写公众号，卡在三件事上&lt;/Text&gt;&#13;&#10;  &lt;/Box&gt;&#13;&#10;  &lt;Box style={{ flexDirection: 'row', gap: 28, flex: 1 }}&gt;&#13;&#10;    &lt;Box style={{ flex: 1, background: '#F1F5F9', borderRadius: 12, padding: 28, gap: 16 }}&gt;&#13;&#10;      &lt;Text style={{ fontSize: 64, fontWeight: 'bold', color: '#2563EB' }}&gt;1&lt;/Text&gt;&#13;&#10;      &lt;Text style={{ fontSize: 22, fontWeight: 'bold', color: '#0F172A' }}&gt;选题难&lt;/Text&gt;&#13;&#10;      &lt;Text style={{ fontSize: 16, color: '#64748B', lineHeight: 1.7 }}&gt;&#13;&#10;        每次开稿都要现想主题和要点，&lt;br /&gt;想半小时还没落笔&#13;&#10;      &lt;/Text&gt;&#13;&#10;    &lt;/Box&gt;&#13;&#10;    &lt;Box style={{ flex: 1, background: '#F1F5F9', borderRadius: 12, padding: 28, gap: 16 }}&gt;&#13;&#10;      &lt;Text style={{ fontSize: 64, fontWeight: 'bold', color: '#2563EB' }}&gt;2&lt;/Text&gt;&#13;&#10;      &lt;Text style={{ fontSize: 22, fontWeight: 'bold', color: '#0F172A' }}&gt;写得不像&lt;/Text&gt;&#13;&#10;      &lt;Text style={{ fontSize: 16, color: '#64748B', lineHeight: 1.7 }}&gt;&#13;&#10;        「口语化、轻松」这种描述太虚，&lt;br /&gt;AI 写出来还是 AI 味&#13;&#10;      &lt;/Text&gt;&#13;&#10;    &lt;/Box&gt;&#13;&#10;    &lt;Box style={{ flex: 1, background: '#F1F5F9', borderRadius: 12, padding: 28, gap: 16 }}&gt;&#13;&#10;      &lt;Text style={{ fontSize: 64, fontWeight: 'bold', color: '#2563EB' }}&gt;3&lt;/Text&gt;&#13;&#10;      &lt;Text style={{ fontSize: 22, fontWeight: 'bold', color: '#0F172A' }}&gt;配图排版费时间&lt;/Text&gt;&#13;&#10;      &lt;Text style={{ fontSize: 16, color: '#64748B', lineHeight: 1.7 }}&gt;&#13;&#10;        找图、调尺寸、插图位置，&lt;br /&gt;一篇文章能磨掉一小时&#13;&#10;      &lt;/Text&gt;&#13;&#10;    &lt;/Box&gt;&#13;&#10;  &lt;/Box&gt;&#13;&#10;  &lt;Box style={{ height: 40, justifyContent: 'center', alignItems: 'flex-end' }}&gt;&#13;&#10;    &lt;Text style={{ fontSize: 14, color: '#64748B' }}&gt;02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写公众号，卡在三件事上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1371600"/>
            <a:ext cx="3476625" cy="4724400"/>
          </a:xfrm>
          <a:prstGeom prst="roundRect">
            <a:avLst>
              <a:gd name="adj" fmla="val 328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2943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76300" y="25241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选题难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76300" y="2933700"/>
            <a:ext cx="29432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每次开稿都要现想主题和要点，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想半小时还没落笔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352925" y="1371600"/>
            <a:ext cx="3486150" cy="472440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619625" y="1638300"/>
            <a:ext cx="2952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619625" y="25241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写得不像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619625" y="2933700"/>
            <a:ext cx="29527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「口语化、轻松」这种描述太虚，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写出来还是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味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8105775" y="1371600"/>
            <a:ext cx="3476625" cy="4724400"/>
          </a:xfrm>
          <a:prstGeom prst="roundRect">
            <a:avLst>
              <a:gd name="adj" fmla="val 328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72475" y="1638300"/>
            <a:ext cx="2943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72475" y="25241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配图排版费时间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372475" y="2933700"/>
            <a:ext cx="29432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找图、调尺寸、插图位置，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一篇文章能磨掉一小时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style={{ background: '#FFFFFF', padding: '48px 64px 40px 64px' }}&gt;&#13;&#10;  &lt;Box style={{ height: 96, justifyContent: 'center' }}&gt;&#13;&#10;    &lt;Text style={{ fontSize: 36, fontWeight: 'bold', color: '#0F172A' }}&gt;一条流水线：从真实文章到成稿&lt;/Text&gt;&#13;&#10;  &lt;/Box&gt;&#13;&#10;  &lt;Box style={{ flexDirection: 'row', alignItems: 'center', gap: 12, height: 220 }}&gt;&#13;&#10;    &lt;Box style={{ flex: 1, height: 150, background: '#2563EB', borderRadius: 12, justifyContent: 'center', alignItems: 'center', gap: 8, padding: 12 }}&gt;&#13;&#10;      &lt;Text style={{ fontSize: 20, fontWeight: 'bold', color: '#FFFFFF' }}&gt;抓取&lt;/Text&gt;&#13;&#10;      &lt;Text style={{ fontSize: 13, color: '#FFFFFF', opacity: 0.85, textAlign: 'center' }}&gt;粘贴链接&lt;br /&gt;正文与图片全存本地&lt;/Text&gt;&#13;&#10;    &lt;/Box&gt;&#13;&#10;    &lt;Text style={{ fontSize: 26, color: '#2563EB', fontWeight: 'bold' }}&gt;›&lt;/Text&gt;&#13;&#10;    &lt;Box style={{ flex: 1, height: 150, background: '#2563EB', borderRadius: 12, justifyContent: 'center', alignItems: 'center', gap: 8, padding: 12 }}&gt;&#13;&#10;      &lt;Text style={{ fontSize: 20, fontWeight: 'bold', color: '#FFFFFF' }}&gt;分析&lt;/Text&gt;&#13;&#10;      &lt;Text style={{ fontSize: 13, color: '#FFFFFF', opacity: 0.85, textAlign: 'center' }}&gt;解析排版与段落&lt;br /&gt;量化成参数&lt;/Text&gt;&#13;&#10;    &lt;/Box&gt;&#13;&#10;    &lt;Text style={{ fontSize: 26, color: '#2563EB', fontWeight: 'bold' }}&gt;›&lt;/Text&gt;&#13;&#10;    &lt;Box style={{ flex: 1, height: 150, background: '#2563EB', borderRadius: 12, justifyContent: 'center', alignItems: 'center', gap: 8, padding: 12 }}&gt;&#13;&#10;      &lt;Text style={{ fontSize: 20, fontWeight: 'bold', color: '#FFFFFF' }}&gt;风格档案&lt;/Text&gt;&#13;&#10;      &lt;Text style={{ fontSize: 13, color: '#FFFFFF', opacity: 0.85, textAlign: 'center' }}&gt;一个号一份&lt;br /&gt;可长期复用&lt;/Text&gt;&#13;&#10;    &lt;/Box&gt;&#13;&#10;  &lt;/Box&gt;&#13;&#10;  &lt;Box style={{ height: 60, justifyContent: 'center', alignItems: 'center' }}&gt;&#13;&#10;    &lt;Text style={{ fontSize: 26, color: '#2563EB', fontWeight: 'bold' }}&gt;⌄&lt;/Text&gt;&#13;&#10;  &lt;/Box&gt;&#13;&#10;  &lt;Box style={{ flexDirection: 'row', alignItems: 'center', gap: 12, height: 220 }}&gt;&#13;&#10;    &lt;Box style={{ flex: 1, height: 150, background: '#0F172A', borderRadius: 12, justifyContent: 'center', alignItems: 'center', gap: 8, padding: 12 }}&gt;&#13;&#10;      &lt;Text style={{ fontSize: 20, fontWeight: 'bold', color: '#FFFFFF' }}&gt;导出&lt;/Text&gt;&#13;&#10;      &lt;Text style={{ fontSize: 13, color: '#FFFFFF', opacity: 0.85, textAlign: 'center' }}&gt;复制排版&lt;br /&gt;直接粘进后台&lt;/Text&gt;&#13;&#10;    &lt;/Box&gt;&#13;&#10;    &lt;Text style={{ fontSize: 26, color: '#2563EB', fontWeight: 'bold' }}&gt;‹&lt;/Text&gt;&#13;&#10;    &lt;Box style={{ flex: 1, height: 150, background: '#0F172A', borderRadius: 12, justifyContent: 'center', alignItems: 'center', gap: 8, padding: 12 }}&gt;&#13;&#10;      &lt;Text style={{ fontSize: 20, fontWeight: 'bold', color: '#FFFFFF' }}&gt;配图&lt;/Text&gt;&#13;&#10;      &lt;Text style={{ fontSize: 13, color: '#FFFFFF', opacity: 0.85, textAlign: 'center' }}&gt;自动插图&lt;br /&gt;专题组取图&lt;/Text&gt;&#13;&#10;    &lt;/Box&gt;&#13;&#10;    &lt;Text style={{ fontSize: 26, color: '#2563EB', fontWeight: 'bold' }}&gt;‹&lt;/Text&gt;&#13;&#10;    &lt;Box style={{ flex: 1, height: 150, background: '#0F172A', borderRadius: 12, justifyContent: 'center', alignItems: 'center', gap: 8, padding: 12 }}&gt;&#13;&#10;      &lt;Text style={{ fontSize: 20, fontWeight: 'bold', color: '#FFFFFF' }}&gt;生成&lt;/Text&gt;&#13;&#10;      &lt;Text style={{ fontSize: 13, color: '#FFFFFF', opacity: 0.85, textAlign: 'center' }}&gt;选题助手起头&lt;br /&gt;按档案仿写&lt;/Text&gt;&#13;&#10;    &lt;/Box&gt;&#13;&#10;  &lt;/Box&gt;&#13;&#10;  &lt;Box style={{ height: 40, justifyContent: 'center', alignItems: 'flex-end' }}&gt;&#13;&#10;    &lt;Text style={{ fontSize: 14, color: '#64748B' }}&gt;03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一条流水线：从真实文章到成稿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1704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143125" y="2114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抓取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162425" y="2266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371975" y="1704975"/>
            <a:ext cx="3448050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905500" y="2114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934325" y="2266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143875" y="1704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486900" y="2114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风格档案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981700" y="3600450"/>
            <a:ext cx="238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⌄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4371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2143125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162425" y="4933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‹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4371975" y="4371975"/>
            <a:ext cx="344805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905500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配图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934325" y="4933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‹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143875" y="4371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677400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25200" y="62484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771650" y="2419350"/>
            <a:ext cx="11144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粘贴链接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正文与图片全存本地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667375" y="2419350"/>
            <a:ext cx="86677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解析排版与段落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量化成参数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553575" y="2419350"/>
            <a:ext cx="6191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一个号一份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可长期复用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962150" y="508635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复制排版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直接粘进后台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91200" y="5086350"/>
            <a:ext cx="6191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自动插图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专题组取图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496425" y="508635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选题助手起头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按档案仿写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8" name="" descr="&lt;Slide style={{ background: '#FFFFFF', padding: '48px 64px 40px 64px' }}&gt;&#13;&#10;  &lt;Box style={{ height: 96, justifyContent: 'center' }}&gt;&#13;&#10;    &lt;Text style={{ fontSize: 36, fontWeight: 'bold', color: '#0F172A' }}&gt;风格不是「感觉」，是可量化的参数&lt;/Text&gt;&#13;&#10;  &lt;/Box&gt;&#13;&#10;  &lt;Box style={{ flexDirection: 'row', gap: 32, flex: 1 }}&gt;&#13;&#10;    &lt;Box style={{ width: 300, background: '#2563EB', borderRadius: 12, padding: 28, justifyContent: 'center', gap: 12 }}&gt;&#13;&#10;      &lt;Text style={{ fontSize: 20, color: '#FFFFFF', opacity: 0.9 }}&gt;实测某号&lt;/Text&gt;&#13;&#10;      &lt;Text style={{ fontSize: 72, fontWeight: 'bold', color: '#FFFFFF' }}&gt;15&lt;/Text&gt;&#13;&#10;      &lt;Text style={{ fontSize: 18, color: '#FFFFFF', opacity: 0.9 }}&gt;px 正文字号&lt;/Text&gt;&#13;&#10;      &lt;Box style={{ height: 1, background: '#FFFFFF', opacity: 0.3, marginTop: 8 }} /&gt;&#13;&#10;      &lt;Text style={{ fontSize: 15, color: '#FFFFFF', opacity: 0.85, lineHeight: 1.7 }}&gt;&#13;&#10;        平均段长 42 字&lt;br /&gt;平均 4 段一图&lt;br /&gt;每篇 8 张图 · 12 个行内表情&#13;&#10;      &lt;/Text&gt;&#13;&#10;    &lt;/Box&gt;&#13;&#10;    &lt;Box style={{ flex: 1, gap: 14 }}&gt;&#13;&#10;      &lt;Box style={{ background: '#F1F5F9', borderRadius: 12, padding: 20, flexDirection: 'row', alignItems: 'center', gap: 16 }}&gt;&#13;&#10;        &lt;Text style={{ fontSize: 17, fontWeight: 'bold', color: '#2563EB', width: 130 }}&gt;排版&lt;/Text&gt;&#13;&#10;        &lt;Text style={{ fontSize: 15, color: '#0F172A', flex: 1 }}&gt;字号、字色、行距、对齐方式&lt;/Text&gt;&#13;&#10;      &lt;/Box&gt;&#13;&#10;      &lt;Box style={{ background: '#F1F5F9', borderRadius: 12, padding: 20, flexDirection: 'row', alignItems: 'center', gap: 16 }}&gt;&#13;&#10;        &lt;Text style={{ fontSize: 17, fontWeight: 'bold', color: '#2563EB', width: 130 }}&gt;段落节奏&lt;/Text&gt;&#13;&#10;        &lt;Text style={{ fontSize: 15, color: '#0F172A', flex: 1 }}&gt;平均段长、最长段、长短段分布&lt;/Text&gt;&#13;&#10;      &lt;/Box&gt;&#13;&#10;      &lt;Box style={{ background: '#F1F5F9', borderRadius: 12, padding: 20, flexDirection: 'row', alignItems: 'center', gap: 16 }}&gt;&#13;&#10;        &lt;Text style={{ fontSize: 17, fontWeight: 'bold', color: '#2563EB', width: 130 }}&gt;图文节奏&lt;/Text&gt;&#13;&#10;        &lt;Text style={{ fontSize: 15, color: '#0F172A', flex: 1 }}&gt;每篇几张图、几段出现一图、GIF 占比&lt;/Text&gt;&#13;&#10;      &lt;/Box&gt;&#13;&#10;      &lt;Box style={{ background: '#F1F5F9', borderRadius: 12, padding: 20, flexDirection: 'row', alignItems: 'center', gap: 16 }}&gt;&#13;&#10;        &lt;Text style={{ fontSize: 17, fontWeight: 'bold', color: '#2563EB', width: 130 }}&gt;装饰元素&lt;/Text&gt;&#13;&#10;        &lt;Text style={{ fontSize: 15, color: '#0F172A', flex: 1 }}&gt;加粗、引用、分割线、emoji 使用量&lt;/Text&gt;&#13;&#10;      &lt;/Box&gt;&#13;&#10;      &lt;Box style={{ background: '#F1F5F9', borderRadius: 12, padding: 20, flexDirection: 'row', alignItems: 'center', gap: 16 }}&gt;&#13;&#10;        &lt;Text style={{ fontSize: 17, fontWeight: 'bold', color: '#2563EB', width: 130 }}&gt;文风描述&lt;/Text&gt;&#13;&#10;        &lt;Text style={{ fontSize: 15, color: '#0F172A', flex: 1 }}&gt;AI 从样例段落提炼语气、口头禅、结尾习惯&lt;/Text&gt;&#13;&#10;      &lt;/Box&gt;&#13;&#10;    &lt;/Box&gt;&#13;&#10;  &lt;/Box&gt;&#13;&#10;  &lt;Box style={{ height: 40, justifyContent: 'center', alignItems: 'flex-end' }}&gt;&#13;&#10;    &lt;Text style={{ fontSize: 14, color: '#64748B' }}&gt;04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风格不是「感觉」，是可量化的参数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1371600"/>
            <a:ext cx="2857500" cy="47244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76300" y="2733675"/>
            <a:ext cx="23241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771900" y="137160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962400" y="15621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排版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53050" y="15811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字号、字色、行距、对齐方式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771900" y="2085975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962400" y="227647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段落节奏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53050" y="22955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平均段长、最长段、长短段分布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771900" y="280035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962400" y="29908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图文节奏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53050" y="300990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每篇几张图、几段出现一图、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GIF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占比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771900" y="3514725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962400" y="37052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装饰元素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353050" y="37242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加粗、引用、分割线、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emoji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使用量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3771900" y="422910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962400" y="44196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文风描述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353050" y="44386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从样例段落提炼语气、口头禅、结尾习惯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76300" y="23907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实测某号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76300" y="367665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px </a:t>
            </a: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正文字号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76300" y="4076700"/>
            <a:ext cx="23241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23241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平均段长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42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字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平均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段一图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每篇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张图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12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个行内表情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style={{ background: '#FFFFFF', padding: '48px 64px 40px 64px' }}&gt;&#13;&#10;  &lt;Box style={{ height: 96, justifyContent: 'center' }}&gt;&#13;&#10;    &lt;Text style={{ fontSize: 36, fontWeight: 'bold', color: '#0F172A' }}&gt;多号混抓，风格不会被污染&lt;/Text&gt;&#13;&#10;  &lt;/Box&gt;&#13;&#10;  &lt;Box style={{ flexDirection: 'row', gap: 28, flex: 1 }}&gt;&#13;&#10;    &lt;Box style={{ flex: 1, background: '#F1F5F9', borderRadius: 12, padding: 28, gap: 14 }}&gt;&#13;&#10;      &lt;Text style={{ fontSize: 18, fontWeight: 'bold', color: '#64748B' }}&gt;过去的做法&lt;/Text&gt;&#13;&#10;      &lt;Text style={{ fontSize: 24, fontWeight: 'bold', color: '#0F172A' }}&gt;混着存成一份&lt;/Text&gt;&#13;&#10;      &lt;Box style={{ height: 1, background: '#CBD5E1' }} /&gt;&#13;&#10;      &lt;Text style={{ fontSize: 15, color: '#64748B', lineHeight: 1.8 }}&gt;&#13;&#10;        差评 15px + 好机友 16px&lt;br /&gt;&#13;&#10;        平均成 15.5px&lt;br /&gt;&lt;br /&gt;&#13;&#10;        平均段长 42 + 70&lt;br /&gt;&#13;&#10;        平均成 56 字&#13;&#10;      &lt;/Text&gt;&#13;&#10;      &lt;Box style={{ marginTop: 8, background: '#FFFFFF', borderRadius: 8, padding: 16 }}&gt;&#13;&#10;        &lt;Text style={{ fontSize: 16, color: '#0F172A', fontWeight: 'bold' }}&gt;结果：四不像&lt;/Text&gt;&#13;&#10;      &lt;/Box&gt;&#13;&#10;    &lt;/Box&gt;&#13;&#10;    &lt;Box style={{ width: 60, justifyContent: 'center', alignItems: 'center' }}&gt;&#13;&#10;      &lt;Text style={{ fontSize: 34, fontWeight: 'bold', color: '#F59E0B' }}&gt;→&lt;/Text&gt;&#13;&#10;    &lt;/Box&gt;&#13;&#10;    &lt;Box style={{ flex: 1, background: '#2563EB', borderRadius: 12, padding: 28, gap: 14 }}&gt;&#13;&#10;      &lt;Text style={{ fontSize: 18, fontWeight: 'bold', color: '#FFFFFF', opacity: 0.85 }}&gt;现在的做法&lt;/Text&gt;&#13;&#10;      &lt;Text style={{ fontSize: 24, fontWeight: 'bold', color: '#FFFFFF' }}&gt;自动按公众号拆分&lt;/Text&gt;&#13;&#10;      &lt;Box style={{ height: 1, background: '#FFFFFF', opacity: 0.3 }} /&gt;&#13;&#10;      &lt;Text style={{ fontSize: 15, color: '#FFFFFF', opacity: 0.92, lineHeight: 1.8 }}&gt;&#13;&#10;        批量分析完自动识别来源&lt;br /&gt;&#13;&#10;        每个号各出一份独立档案&lt;br /&gt;&lt;br /&gt;&#13;&#10;        差评 15px · 好机友 16px&lt;br /&gt;&#13;&#10;        参数各自保留&#13;&#10;      &lt;/Text&gt;&#13;&#10;      &lt;Box style={{ marginTop: 8, background: '#FFFFFF', borderRadius: 8, padding: 16 }}&gt;&#13;&#10;        &lt;Text style={{ fontSize: 16, color: '#2563EB', fontWeight: 'bold' }}&gt;仿谁就像谁&lt;/Text&gt;&#13;&#10;      &lt;/Box&gt;&#13;&#10;    &lt;/Box&gt;&#13;&#10;  &lt;/Box&gt;&#13;&#10;  &lt;Box style={{ height: 40, justifyContent: 'center', alignItems: 'flex-end' }}&gt;&#13;&#10;    &lt;Text style={{ fontSize: 14, color: '#64748B' }}&gt;05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多号混抓，风格不会被污染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1371600"/>
            <a:ext cx="49339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过去的做法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76300" y="198120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混着存成一份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76300" y="2390775"/>
            <a:ext cx="44005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4400550" cy="1552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差评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15px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好机友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16px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15.5px</a:t>
            </a:r>
            <a:endParaRPr/>
          </a:p>
          <a:p>
            <a:pPr>
              <a:lnSpc>
                <a:spcPct val="180000"/>
              </a:lnSpc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平均段长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42 + 70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76300" y="4295775"/>
            <a:ext cx="44005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28700" y="44481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结果：四不像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934075" y="3543300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59E0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648450" y="1371600"/>
            <a:ext cx="4933950" cy="4724400"/>
          </a:xfrm>
          <a:prstGeom prst="roundRect">
            <a:avLst>
              <a:gd name="adj" fmla="val 241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915150" y="198120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自动按公众号拆分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915150" y="4295775"/>
            <a:ext cx="44005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067550" y="44481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仿谁就像谁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915150" y="1638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现在的做法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915150" y="2390775"/>
            <a:ext cx="44005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915150" y="2533650"/>
            <a:ext cx="4400550" cy="1552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批量分析完自动识别来源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每个号各出一份独立档案</a:t>
            </a:r>
            <a:endParaRPr/>
          </a:p>
          <a:p>
            <a:pPr>
              <a:lnSpc>
                <a:spcPct val="180000"/>
              </a:lnSpc>
            </a:pPr>
            <a:r>
              <a:rPr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差评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15px ·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好机友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16px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参数各自保留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style={{ background: '#FFFFFF', padding: '48px 64px 40px 64px' }}&gt;&#13;&#10;  &lt;Box style={{ height: 96, justifyContent: 'center' }}&gt;&#13;&#10;    &lt;Text style={{ fontSize: 36, fontWeight: 'bold', color: '#0F172A' }}&gt;选题助手：不用每次现想主题&lt;/Text&gt;&#13;&#10;  &lt;/Box&gt;&#13;&#10;  &lt;Box style={{ flexDirection: 'row', gap: 28, flex: 1 }}&gt;&#13;&#10;    &lt;Box style={{ flex: 1, background: '#2563EB', borderRadius: 12, padding: 28, gap: 12 }}&gt;&#13;&#10;      &lt;Text style={{ fontSize: 18, fontWeight: 'bold', color: '#FFFFFF', opacity: 0.85 }}&gt;路一&lt;/Text&gt;&#13;&#10;      &lt;Text style={{ fontSize: 24, fontWeight: 'bold', color: '#FFFFFF' }}&gt;工具直接出选题&lt;/Text&gt;&#13;&#10;      &lt;Box style={{ height: 1, background: '#FFFFFF', opacity: 0.3 }} /&gt;&#13;&#10;      &lt;Text style={{ fontSize: 15, color: '#FFFFFF', opacity: 0.92, lineHeight: 1.8 }}&gt;&#13;&#10;        填一次账号定位（长期复用）&lt;br /&gt;&#13;&#10;        再填这次的素材&lt;br /&gt;&#13;&#10;        → 出 3 个选题，各带 6-9 条要点&lt;br /&gt;&#13;&#10;        → 点「用这个」自动填进表单&#13;&#10;      &lt;/Text&gt;&#13;&#10;    &lt;/Box&gt;&#13;&#10;    &lt;Box style={{ flex: 1, background: '#F1F5F9', borderRadius: 12, padding: 28, gap: 12 }}&gt;&#13;&#10;      &lt;Text style={{ fontSize: 18, fontWeight: 'bold', color: '#64748B' }}&gt;路二&lt;/Text&gt;&#13;&#10;      &lt;Text style={{ fontSize: 24, fontWeight: 'bold', color: '#0F172A' }}&gt;提示词丢给别的模型&lt;/Text&gt;&#13;&#10;      &lt;Box style={{ height: 1, background: '#CBD5E1' }} /&gt;&#13;&#10;      &lt;Text style={{ fontSize: 15, color: '#64748B', lineHeight: 1.8 }}&gt;&#13;&#10;        一键复制提示词（内嵌反 AI 味约束）&lt;br /&gt;&#13;&#10;        粘给 ChatGPT / DeepSeek / Kimi&lt;br /&gt;&#13;&#10;        → 把回复整段贴回解析框&lt;br /&gt;&#13;&#10;        → 自动解析并填入主题与要点&#13;&#10;      &lt;/Text&gt;&#13;&#10;      &lt;Box style={{ marginTop: 6, background: '#FFFFFF', borderRadius: 8, padding: 14 }}&gt;&#13;&#10;        &lt;Text style={{ fontSize: 14, color: '#0F172A' }}&gt;三种返回格式都能吃：规范 / 列表符号 / 随意写&lt;/Text&gt;&#13;&#10;      &lt;/Box&gt;&#13;&#10;    &lt;/Box&gt;&#13;&#10;  &lt;/Box&gt;&#13;&#10;  &lt;Box style={{ height: 40, justifyContent: 'center', alignItems: 'flex-end' }}&gt;&#13;&#10;    &lt;Text style={{ fontSize: 14, color: '#64748B' }}&gt;06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选题助手：不用每次现想主题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76300" y="19621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工具直接出选题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22935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496050" y="1638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路二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496050" y="19621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提示词丢给别的模型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496050" y="2352675"/>
            <a:ext cx="48196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496050" y="2476500"/>
            <a:ext cx="48196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一键复制提示词（内嵌反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味约束）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粘给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ChatGPT / DeepSeek / Kimi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把回复整段贴回解析框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自动解析并填入主题与要点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496050" y="3886200"/>
            <a:ext cx="4819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629400" y="4019550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三种返回格式都能吃：规范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列表符号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随意写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路一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876300" y="2352675"/>
            <a:ext cx="48196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76300" y="2476500"/>
            <a:ext cx="48196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填一次账号定位（长期复用）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再填这次的素材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出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个选题，各带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6-9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条要点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点「用这个」自动填进表单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68" name="" descr="&lt;Slide style={{ background: '#FFFFFF', padding: '48px 64px 40px 64px' }}&gt;&#13;&#10;  &lt;Box style={{ height: 96, justifyContent: 'center' }}&gt;&#13;&#10;    &lt;Text style={{ fontSize: 36, fontWeight: 'bold', color: '#0F172A' }}&gt;图片随便混，风格不受影响&lt;/Text&gt;&#13;&#10;  &lt;/Box&gt;&#13;&#10;  &lt;Box style={{ flexDirection: 'row', gap: 28, height: 200 }}&gt;&#13;&#10;    &lt;Box style={{ flex: 1, background: '#F1F5F9', borderRadius: 12, padding: 24, gap: 10 }}&gt;&#13;&#10;      &lt;Text style={{ fontSize: 20, fontWeight: 'bold', color: '#2563EB' }}&gt;专题组汇图&lt;/Text&gt;&#13;&#10;      &lt;Text style={{ fontSize: 15, color: '#0F172A', lineHeight: 1.7 }}&gt;&#13;&#10;        A 号、B 号、C 号的图，&lt;br /&gt;分组都填「0912华为稿」→ 合成一个图池&#13;&#10;      &lt;/Text&gt;&#13;&#10;    &lt;/Box&gt;&#13;&#10;    &lt;Box style={{ flex: 1, background: '#F1F5F9', borderRadius: 12, padding: 24, gap: 10 }}&gt;&#13;&#10;      &lt;Text style={{ fontSize: 20, fontWeight: 'bold', color: '#2563EB' }}&gt;自动配图&lt;/Text&gt;&#13;&#10;      &lt;Text style={{ fontSize: 15, color: '#0F172A', lineHeight: 1.7 }}&gt;&#13;&#10;        生成时按「几段一图」的节奏&lt;br /&gt;从图池挑图，彩色槽位可手动换&#13;&#10;      &lt;/Text&gt;&#13;&#10;    &lt;/Box&gt;&#13;&#10;    &lt;Box style={{ flex: 1, background: '#F1F5F9', borderRadius: 12, padding: 24, gap: 10 }}&gt;&#13;&#10;      &lt;Text style={{ fontSize: 20, fontWeight: 'bold', color: '#2563EB' }}&gt;一键复制排版&lt;/Text&gt;&#13;&#10;      &lt;Text style={{ fontSize: 15, color: '#0F172A', lineHeight: 1.7 }}&gt;&#13;&#10;        带内联样式的 HTML，&lt;br /&gt;直接粘进公众号后台不跑版&#13;&#10;      &lt;/Text&gt;&#13;&#10;    &lt;/Box&gt;&#13;&#10;  &lt;/Box&gt;&#13;&#10;  &lt;Box style={{ marginTop: 28, background: '#2563EB', borderRadius: 12, padding: 28, flexDirection: 'row', alignItems: 'center', gap: 24 }}&gt;&#13;&#10;    &lt;Box style={{ width: 8, height: 90, background: '#FFFFFF', borderRadius: 4 }} /&gt;&#13;&#10;    &lt;Box style={{ flex: 1, gap: 6 }}&gt;&#13;&#10;      &lt;Text style={{ fontSize: 22, fontWeight: 'bold', color: '#FFFFFF' }}&gt;两条数据线互不干扰&lt;/Text&gt;&#13;&#10;      &lt;Text style={{ fontSize: 16, color: '#FFFFFF', opacity: 0.92, lineHeight: 1.7 }}&gt;&#13;&#10;        风格档案 = 只由「链接分析」那一刻的当篇文章排版决定，素材库里的图完全不参与分析&lt;br /&gt;&#13;&#10;        图片素材 = 只决定「自动配图」从哪个池子选图&#13;&#10;      &lt;/Text&gt;&#13;&#10;    &lt;/Box&gt;&#13;&#10;  &lt;/Box&gt;&#13;&#10;  &lt;Box style={{ flex: 1 }} /&gt;&#13;&#10;  &lt;Box style={{ height: 40, justifyContent: 'center', alignItems: 'flex-end' }}&gt;&#13;&#10;    &lt;Text style={{ fontSize: 14, color: '#64748B' }}&gt;07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图片随便混，风格不受影响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1371600"/>
            <a:ext cx="347662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38200" y="16002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专题组汇图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38200" y="1924050"/>
            <a:ext cx="30194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A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号、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B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号、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C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号的图，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分组都填「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0912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华为稿」→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合成一个图池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4352925" y="1371600"/>
            <a:ext cx="348615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81525" y="1600200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自动配图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581525" y="1924050"/>
            <a:ext cx="30289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生成时按「几段一图」的节奏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从图池挑图，彩色槽位可手动换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105775" y="1371600"/>
            <a:ext cx="347662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334375" y="16002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一键复制排版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34375" y="1924050"/>
            <a:ext cx="30194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带内联样式的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 HTML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直接粘进公众号后台不跑版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3543300"/>
            <a:ext cx="10972800" cy="1476375"/>
          </a:xfrm>
          <a:prstGeom prst="roundRect">
            <a:avLst>
              <a:gd name="adj" fmla="val 774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876300" y="3857625"/>
            <a:ext cx="76200" cy="857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81100" y="3810000"/>
            <a:ext cx="1013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两条数据线互不干扰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81100" y="4124325"/>
            <a:ext cx="101346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风格档案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只由「链接分析」那一刻的当篇文章排版决定，素材库里的图完全不参与分析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图片素材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只决定「自动配图」从哪个池子选图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85" name="" descr="&lt;Slide style={{ background: '#FFFFFF', padding: '48px 64px 40px 64px' }}&gt;&#13;&#10;  &lt;Box style={{ height: 96, justifyContent: 'center' }}&gt;&#13;&#10;    &lt;Text style={{ fontSize: 36, fontWeight: 'bold', color: '#0F172A' }}&gt;数据在你自己机器上&lt;/Text&gt;&#13;&#10;  &lt;/Box&gt;&#13;&#10;  &lt;Box style={{ flexDirection: 'row', gap: 28, height: 260 }}&gt;&#13;&#10;    &lt;Box style={{ flex: 1, background: '#2563EB', borderRadius: 12, padding: 28, gap: 12 }}&gt;&#13;&#10;      &lt;Text style={{ fontSize: 44, fontWeight: 'bold', color: '#FFFFFF' }}&gt;本地&lt;/Text&gt;&#13;&#10;      &lt;Text style={{ fontSize: 20, fontWeight: 'bold', color: '#FFFFFF' }}&gt;单机运行&lt;/Text&gt;&#13;&#10;      &lt;Text style={{ fontSize: 15, color: '#FFFFFF', opacity: 0.92, lineHeight: 1.7 }}&gt;&#13;&#10;        一个本地服务 + 浏览器，&lt;br /&gt;文章与图片存在项目目录里&#13;&#10;      &lt;/Text&gt;&#13;&#10;    &lt;/Box&gt;&#13;&#10;    &lt;Box style={{ flex: 1, background: '#0F172A', borderRadius: 12, padding: 28, gap: 12 }}&gt;&#13;&#10;      &lt;Text style={{ fontSize: 44, fontWeight: 'bold', color: '#FFFFFF' }}&gt;Key&lt;/Text&gt;&#13;&#10;      &lt;Text style={{ fontSize: 20, fontWeight: 'bold', color: '#FFFFFF' }}&gt;只存本机&lt;/Text&gt;&#13;&#10;      &lt;Text style={{ fontSize: 15, color: '#FFFFFF', opacity: 0.92, lineHeight: 1.7 }}&gt;&#13;&#10;        API Key 存浏览器本地，&lt;br /&gt;导出档案不含 Key&#13;&#10;      &lt;/Text&gt;&#13;&#10;    &lt;/Box&gt;&#13;&#10;    &lt;Box style={{ flex: 1, background: '#F1F5F9', borderRadius: 12, padding: 28, gap: 12 }}&gt;&#13;&#10;      &lt;Text style={{ fontSize: 44, fontWeight: 'bold', color: '#2563EB' }}&gt;稳&lt;/Text&gt;&#13;&#10;      &lt;Text style={{ fontSize: 20, fontWeight: 'bold', color: '#0F172A' }}&gt;调用兜底&lt;/Text&gt;&#13;&#10;      &lt;Text style={{ fontSize: 15, color: '#64748B', lineHeight: 1.7 }}&gt;&#13;&#10;        流式优先，网关不支持&lt;br /&gt;自动回退普通请求&#13;&#10;      &lt;/Text&gt;&#13;&#10;    &lt;/Box&gt;&#13;&#10;  &lt;/Box&gt;&#13;&#10;  &lt;Box style={{ marginTop: 32, flexDirection: 'row', alignItems: 'center', gap: 20 }}&gt;&#13;&#10;    &lt;Box style={{ width: 8, height: 110, background: '#2563EB', borderRadius: 4 }} /&gt;&#13;&#10;    &lt;Box style={{ flex: 1 }}&gt;&#13;&#10;      &lt;Text style={{ fontSize: 28, fontWeight: 'bold', color: '#0F172A', lineHeight: 1.5 }}&gt;&#13;&#10;        风格可量化、可隔离、可复用&lt;br /&gt;&#13;&#10;        &lt;span style={{ color: '#2563EB' }}&gt;剩下的时间留给选题本身&lt;/span&gt;&#13;&#10;      &lt;/Text&gt;&#13;&#10;    &lt;/Box&gt;&#13;&#10;  &lt;/Box&gt;&#13;&#10;  &lt;Box style={{ flex: 1 }} /&gt;&#13;&#10;  &lt;Box style={{ height: 40, justifyContent: 'center', alignItems: 'flex-end' }}&gt;&#13;&#10;    &lt;Text style={{ fontSize: 14, color: '#64748B' }}&gt;08 / 11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数据在你自己机器上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1371600"/>
            <a:ext cx="3476625" cy="2476500"/>
          </a:xfrm>
          <a:prstGeom prst="roundRect">
            <a:avLst>
              <a:gd name="adj" fmla="val 4615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2943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本地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76300" y="22574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单机运行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352925" y="1371600"/>
            <a:ext cx="3486150" cy="247650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619625" y="1638300"/>
            <a:ext cx="2952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Key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619625" y="2257425"/>
            <a:ext cx="2952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只存本机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8105775" y="1371600"/>
            <a:ext cx="3476625" cy="247650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72475" y="1638300"/>
            <a:ext cx="2943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2563EB"/>
                </a:solidFill>
                <a:latin typeface="Microsoft YaHei"/>
                <a:ea typeface="Microsoft YaHei"/>
              </a:rPr>
              <a:t>稳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72475" y="22574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调用兜底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72475" y="2600325"/>
            <a:ext cx="29432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流式优先，网关不支持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自动回退普通请求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415290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107061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风格可量化、可隔离、可复用</a:t>
            </a:r>
            <a:endParaRPr/>
          </a:p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2563EB"/>
                </a:solidFill>
                <a:latin typeface="Microsoft YaHei"/>
                <a:ea typeface="Microsoft YaHei"/>
              </a:rPr>
              <a:t>剩下的时间留给选题本身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76300" y="2600325"/>
            <a:ext cx="29432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一个本地服务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浏览器，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文章与图片存在项目目录里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619625" y="2600325"/>
            <a:ext cx="29527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API Key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存浏览器本地，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导出档案不含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Key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style={{ background: '#FFFFFF', padding: '48px 64px 40px 64px' }}&gt;&#10;  &lt;Box style={{ height: 96, justifyContent: 'center' }}&gt;&#10;    &lt;Text style={{ fontSize: 36, fontWeight: 'bold', color: '#0F172A' }}&gt;风格不止「怎么写」，还有「写什么」&lt;/Text&gt;&#10;  &lt;/Box&gt;&#10;  &lt;Box style={{ flexDirection: 'row', gap: 32, flex: 1 }}&gt;&#10;    &lt;Box style={{ width: 300, background: '#2563EB', borderRadius: 12, padding: 28, justifyContent: 'center', gap: 12 }}&gt;&#10;      &lt;Text style={{ fontSize: 20, color: '#FFFFFF', opacity: 0.9 }}&gt;风格画像&lt;/Text&gt;&#10;      &lt;Text style={{ fontSize: 72, fontWeight: 'bold', color: '#FFFFFF' }}&gt;6&lt;/Text&gt;&#10;      &lt;Text style={{ fontSize: 18, color: '#FFFFFF', opacity: 0.9 }}&gt;个维度 · 拆表入库&lt;/Text&gt;&#10;      &lt;Box style={{ height: 1, background: '#FFFFFF', opacity: 0.3, marginTop: 8 }} /&gt;&#10;      &lt;Text style={{ fontSize: 15, color: '#FFFFFF', opacity: 0.85, lineHeight: 1.7 }}&gt;&#10;        每个维度都存成可查询的行&lt;br /&gt;档案之间可以横向对照&#10;      &lt;/Text&gt;&#10;    &lt;/Box&gt;&#10;    &lt;Box style={{ flex: 1, gap: 12 }}&gt;&#10;      &lt;Box style={{ background: '#F1F5F9', borderRadius: 12, padding: 18, flexDirection: 'row', alignItems: 'center', gap: 16 }}&gt;&#10;        &lt;Text style={{ fontSize: 16, fontWeight: 'bold', color: '#2563EB', width: 120 }}&gt;表层语言&lt;/Text&gt;&#10;        &lt;Text style={{ fontSize: 15, color: '#0F172A', flex: 1 }}&gt;句长、段长分布、标点与口头习惯&lt;/Text&gt;&#10;      &lt;/Box&gt;&#10;      &lt;Box style={{ background: '#F1F5F9', borderRadius: 12, padding: 18, flexDirection: 'row', alignItems: 'center', gap: 16 }}&gt;&#10;        &lt;Text style={{ fontSize: 16, fontWeight: 'bold', color: '#2563EB', width: 120 }}&gt;文章结构&lt;/Text&gt;&#10;        &lt;Text style={{ fontSize: 15, color: '#0F172A', flex: 1 }}&gt;怎么开头、一节写多少、怎么收尾&lt;/Text&gt;&#10;      &lt;/Box&gt;&#10;      &lt;Box style={{ background: '#F1F5F9', borderRadius: 12, padding: 18, flexDirection: 'row', alignItems: 'center', gap: 16 }}&gt;&#10;        &lt;Text style={{ fontSize: 16, fontWeight: 'bold', color: '#2563EB', width: 120 }}&gt;选题逻辑&lt;/Text&gt;&#10;        &lt;Text style={{ fontSize: 15, color: '#0F172A', flex: 1 }}&gt;常写什么话题、习惯从哪个角度切入&lt;/Text&gt;&#10;      &lt;/Box&gt;&#10;      &lt;Box style={{ background: '#F1F5F9', borderRadius: 12, padding: 18, flexDirection: 'row', alignItems: 'center', gap: 16 }}&gt;&#10;        &lt;Text style={{ fontSize: 16, fontWeight: 'bold', color: '#2563EB', width: 120 }}&gt;素材策略&lt;/Text&gt;&#10;        &lt;Text style={{ fontSize: 15, color: '#0F172A', flex: 1 }}&gt;靠数字、引述还是亲历支撑观点&lt;/Text&gt;&#10;      &lt;/Box&gt;&#10;      &lt;Box style={{ background: '#F1F5F9', borderRadius: 12, padding: 18, flexDirection: 'row', alignItems: 'center', gap: 16 }}&gt;&#10;        &lt;Text style={{ fontSize: 16, fontWeight: 'bold', color: '#2563EB', width: 120 }}&gt;认知框架&lt;/Text&gt;&#10;        &lt;Text style={{ fontSize: 15, color: '#0F172A', flex: 1 }}&gt;反复出现的立场、偏爱与抵触&lt;/Text&gt;&#10;      &lt;/Box&gt;&#10;      &lt;Box style={{ background: '#F1F5F9', borderRadius: 12, padding: 18, flexDirection: 'row', alignItems: 'center', gap: 16 }}&gt;&#10;        &lt;Text style={{ fontSize: 16, fontWeight: 'bold', color: '#2563EB', width: 120 }}&gt;视觉风格&lt;/Text&gt;&#10;        &lt;Text style={{ fontSize: 15, color: '#0F172A', flex: 1 }}&gt;配图形态、图文间隔、行内表情密度&lt;/Text&gt;&#10;      &lt;/Box&gt;&#10;    &lt;/Box&gt;&#10;  &lt;/Box&gt;&#10;  &lt;Box style={{ height: 40, justifyContent: 'center', alignItems: 'flex-end' }}&gt;&#10;    &lt;Text style={{ fontSize: 14, color: '#64748B' }}&gt;09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风格不止「怎么写」，还有「写什么」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1371600"/>
            <a:ext cx="2857500" cy="47244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76300" y="2876550"/>
            <a:ext cx="23241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771900" y="13716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943350" y="15430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表层语言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238750" y="15525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句长、段长分布、标点与口头习惯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3771900" y="20193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943350" y="21907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文章结构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238750" y="22002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怎么开头、一节写多少、怎么收尾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771900" y="26670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943350" y="28384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选题逻辑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238750" y="28479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常写什么话题、习惯从哪个角度切入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771900" y="33147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943350" y="34861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素材策略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238750" y="34956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靠数字、引述还是亲历支撑观点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771900" y="39624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943350" y="41338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认知框架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238750" y="41433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反复出现的立场、偏爱与抵触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3771900" y="46101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943350" y="47815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视觉风格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238750" y="47910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配图形态、图文间隔、行内表情密度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风格画像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76300" y="3819525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个维度</a:t>
            </a: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拆表入库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876300" y="4219575"/>
            <a:ext cx="23241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76300" y="4343400"/>
            <a:ext cx="23241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每个维度都存成可查询的行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档案之间可以横向对照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background: '#FFFFFF', padding: '48px 64px 40px 64px' }}&gt;&#10;  &lt;Box style={{ height: 96, justifyContent: 'center' }}&gt;&#10;    &lt;Text style={{ fontSize: 36, fontWeight: 'bold', color: '#0F172A' }}&gt;写得像，靠真实范例，不靠形容词&lt;/Text&gt;&#10;  &lt;/Box&gt;&#10;  &lt;Box style={{ flexDirection: 'row', gap: 28, flex: 1 }}&gt;&#10;    &lt;Box style={{ flex: 1, background: '#F1F5F9', borderRadius: 12, padding: 26, gap: 14 }}&gt;&#10;      &lt;Text style={{ fontSize: 20, fontWeight: 'bold', color: '#2563EB' }}&gt;论证画像&lt;/Text&gt;&#10;      &lt;Text style={{ fontSize: 15, color: '#64748B', lineHeight: 1.6 }}&gt;&#10;        统计样例文章的论据类型占比，生成时按同样比例组织观点&#10;      &lt;/Text&gt;&#10;      &lt;Box style={{ gap: 10, marginTop: 4 }}&gt;&#10;        &lt;Box style={{ flexDirection: 'row', alignItems: 'center', gap: 12 }}&gt;&#10;          &lt;Text style={{ fontSize: 15, color: '#0F172A', width: 92 }}&gt;数字支撑&lt;/Text&gt;&#10;          &lt;Box style={{ width: 168, height: 14, background: '#2563EB', borderRadius: 7 }} /&gt;&#10;          &lt;Text style={{ fontSize: 15, fontWeight: 'bold', color: '#2563EB' }}&gt;40%&lt;/Text&gt;&#10;        &lt;/Box&gt;&#10;        &lt;Box style={{ flexDirection: 'row', alignItems: 'center', gap: 12 }}&gt;&#10;          &lt;Text style={{ fontSize: 15, color: '#0F172A', width: 92 }}&gt;亲身经历&lt;/Text&gt;&#10;          &lt;Box style={{ width: 126, height: 14, background: '#2563EB', borderRadius: 7, opacity: 0.75 }} /&gt;&#10;          &lt;Text style={{ fontSize: 15, fontWeight: 'bold', color: '#2563EB' }}&gt;30%&lt;/Text&gt;&#10;        &lt;/Box&gt;&#10;        &lt;Box style={{ flexDirection: 'row', alignItems: 'center', gap: 12 }}&gt;&#10;          &lt;Text style={{ fontSize: 15, color: '#0F172A', width: 92 }}&gt;反问互动&lt;/Text&gt;&#10;          &lt;Box style={{ width: 63, height: 14, background: '#2563EB', borderRadius: 7, opacity: 0.6 }} /&gt;&#10;          &lt;Text style={{ fontSize: 15, fontWeight: 'bold', color: '#2563EB' }}&gt;15%&lt;/Text&gt;&#10;        &lt;/Box&gt;&#10;        &lt;Box style={{ flexDirection: 'row', alignItems: 'center', gap: 12 }}&gt;&#10;          &lt;Text style={{ fontSize: 15, color: '#0F172A', width: 92 }}&gt;引述他人&lt;/Text&gt;&#10;          &lt;Box style={{ width: 42, height: 14, background: '#2563EB', borderRadius: 7, opacity: 0.45 }} /&gt;&#10;          &lt;Text style={{ fontSize: 15, fontWeight: 'bold', color: '#2563EB' }}&gt;10%&lt;/Text&gt;&#10;        &lt;/Box&gt;&#10;      &lt;/Box&gt;&#10;      &lt;Text style={{ fontSize: 14, color: '#64748B', lineHeight: 1.6, marginTop: 2 }}&gt;&#10;        纯规则统计，不额外调用模型，结果可逐项复核&#10;      &lt;/Text&gt;&#10;    &lt;/Box&gt;&#10;    &lt;Box style={{ flex: 1, background: '#F1F5F9', borderRadius: 12, padding: 26, gap: 12 }}&gt;&#10;      &lt;Text style={{ fontSize: 20, fontWeight: 'bold', color: '#2563EB' }}&gt;语气锚点&lt;/Text&gt;&#10;      &lt;Text style={{ fontSize: 15, color: '#64748B', lineHeight: 1.6 }}&gt;&#10;        按用途从样例文章里挑出真实段落，作为写作时的语气参照&#10;      &lt;/Text&gt;&#10;      &lt;Box style={{ gap: 8, marginTop: 4 }}&gt;&#10;        &lt;Text style={{ fontSize: 15, color: '#0F172A' }}&gt;· 开篇怎么起&lt;/Text&gt;&#10;        &lt;Text style={{ fontSize: 15, color: '#0F172A' }}&gt;· 数据怎么抛出来&lt;/Text&gt;&#10;        &lt;Text style={{ fontSize: 15, color: '#0F172A' }}&gt;· 口语互动怎么接&lt;/Text&gt;&#10;        &lt;Text style={{ fontSize: 15, color: '#0F172A' }}&gt;· 短句成段的节奏&lt;/Text&gt;&#10;        &lt;Text style={{ fontSize: 15, color: '#0F172A' }}&gt;· 长段怎么展开&lt;/Text&gt;&#10;        &lt;Text style={{ fontSize: 15, color: '#0F172A' }}&gt;· 收尾怎么落&lt;/Text&gt;&#10;      &lt;/Box&gt;&#10;      &lt;Box style={{ background: '#FFFFFF', borderRadius: 10, padding: 14, marginTop: 4 }}&gt;&#10;        &lt;Text style={{ fontSize: 14, color: '#0F172A', lineHeight: 1.6 }}&gt;&#10;          只给语气与节奏参照，明确要求不抄内容，避免变成洗稿&#10;        &lt;/Text&gt;&#10;      &lt;/Box&gt;&#10;    &lt;/Box&gt;&#10;  &lt;/Box&gt;&#10;  &lt;Box style={{ height: 40, justifyContent: 'center', alignItems: 'flex-end' }}&gt;&#10;    &lt;Text style={{ fontSize: 14, color: '#64748B' }}&gt;10 / 11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写得像，靠真实范例，不靠形容词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0960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57250" y="1619250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论证画像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57250" y="1981200"/>
            <a:ext cx="4857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统计样例文章的论据类型占比，生成时按同样比例组织观点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57250" y="24288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数字支撑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847850" y="2447925"/>
            <a:ext cx="160020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562350" y="24288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40%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26955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亲身经历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162300" y="26955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30%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57250" y="29622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反问互动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562225" y="29622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15%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57250" y="32289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引述他人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362200" y="32289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10%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57250" y="3552825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纯规则统计，不额外调用模型，结果可逐项复核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22935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477000" y="1619250"/>
            <a:ext cx="4857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语气锚点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477000" y="1962150"/>
            <a:ext cx="4857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按用途从样例文章里挑出真实段落，作为写作时的语气参照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77000" y="23907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开篇怎么起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77000" y="26384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数据怎么抛出来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77000" y="28860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口语互动怎么接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477000" y="31337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短句成段的节奏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477000" y="33813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长段怎么展开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477000" y="3629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收尾怎么落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477000" y="3952875"/>
            <a:ext cx="485775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10350" y="4086225"/>
            <a:ext cx="45910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只给语气与节奏参照，明确要求不抄内容，避免变成洗稿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1847850" y="2714625"/>
            <a:ext cx="1200150" cy="133350"/>
          </a:xfrm>
          <a:prstGeom prst="roundRect">
            <a:avLst>
              <a:gd name="adj" fmla="val 50000"/>
            </a:avLst>
          </a:prstGeom>
          <a:solidFill>
            <a:srgbClr val="2563EB">
              <a:alpha val="75000"/>
            </a:srgbClr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1847850" y="2981325"/>
            <a:ext cx="600075" cy="133350"/>
          </a:xfrm>
          <a:prstGeom prst="roundRect">
            <a:avLst>
              <a:gd name="adj" fmla="val 50000"/>
            </a:avLst>
          </a:prstGeom>
          <a:solidFill>
            <a:srgbClr val="2563EB">
              <a:alpha val="60000"/>
            </a:srgbClr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1847850" y="3248025"/>
            <a:ext cx="400050" cy="133350"/>
          </a:xfrm>
          <a:prstGeom prst="roundRect">
            <a:avLst>
              <a:gd name="adj" fmla="val 50000"/>
            </a:avLst>
          </a:prstGeom>
          <a:solidFill>
            <a:srgbClr val="2563EB">
              <a:alpha val="45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 style={{ background: '#FFFFFF', padding: '48px 64px 40px 64px' }}&gt;&#10;  &lt;Box style={{ height: 96, justifyContent: 'center' }}&gt;&#10;    &lt;Text style={{ fontSize: 36, fontWeight: 'bold', color: '#0F172A' }}&gt;从成稿到发布，中间不用返工&lt;/Text&gt;&#10;  &lt;/Box&gt;&#10;  &lt;Box style={{ flexDirection: 'row', gap: 24, flex: 1 }}&gt;&#10;    &lt;Box style={{ flex: 1, background: '#F1F5F9', borderRadius: 12, padding: 24, gap: 12 }}&gt;&#10;      &lt;Text style={{ fontSize: 19, fontWeight: 'bold', color: '#2563EB' }}&gt;发布前体检&lt;/Text&gt;&#10;      &lt;Box style={{ height: 1, background: '#2563EB', opacity: 0.2 }} /&gt;&#10;      &lt;Text style={{ fontSize: 15, color: '#0F172A', lineHeight: 1.8 }}&gt;&#10;        风险词与错别字检测&lt;br /&gt;&#10;        结构完整性、段落节奏&lt;br /&gt;&#10;        配图数量与槽位检查&lt;br /&gt;&#10;        逐项打分并给出位置&#10;      &lt;/Text&gt;&#10;      &lt;Box style={{ background: '#FFFFFF', borderRadius: 10, padding: 12 }}&gt;&#10;        &lt;Text style={{ fontSize: 13, color: '#64748B', lineHeight: 1.6 }}&gt;&#10;          纯本地规则，正文不出机、不调模型&#10;        &lt;/Text&gt;&#10;      &lt;/Box&gt;&#10;    &lt;/Box&gt;&#10;    &lt;Box style={{ flex: 1, background: '#F1F5F9', borderRadius: 12, padding: 24, gap: 12 }}&gt;&#10;      &lt;Text style={{ fontSize: 19, fontWeight: 'bold', color: '#2563EB' }}&gt;排版与格式&lt;/Text&gt;&#10;      &lt;Box style={{ height: 1, background: '#2563EB', opacity: 0.2 }} /&gt;&#10;      &lt;Text style={{ fontSize: 15, color: '#0F172A', lineHeight: 1.8 }}&gt;&#10;        外链转脚注（网址不丢）&lt;br /&gt;&#10;        排版规范化（空格与标点）&lt;br /&gt;&#10;        深色模式预览&lt;br /&gt;&#10;        Markdown / Word / PDF 导出&#10;      &lt;/Text&gt;&#10;      &lt;Box style={{ background: '#FFFFFF', borderRadius: 10, padding: 12 }}&gt;&#10;        &lt;Text style={{ fontSize: 13, color: '#64748B', lineHeight: 1.6 }}&gt;&#10;          粘贴到公众号后台不跑版&#10;        &lt;/Text&gt;&#10;      &lt;/Box&gt;&#10;    &lt;/Box&gt;&#10;    &lt;Box style={{ width: 268, background: '#2563EB', borderRadius: 12, padding: 24, justifyContent: 'center', gap: 10 }}&gt;&#10;      &lt;Text style={{ fontSize: 19, color: '#FFFFFF', opacity: 0.9 }}&gt;自动化用例&lt;/Text&gt;&#10;      &lt;Text style={{ fontSize: 64, fontWeight: 'bold', color: '#FFFFFF' }}&gt;262&lt;/Text&gt;&#10;      &lt;Text style={{ fontSize: 16, color: '#FFFFFF', opacity: 0.9 }}&gt;项全部通过&lt;/Text&gt;&#10;      &lt;Box style={{ height: 1, background: '#FFFFFF', opacity: 0.3, marginTop: 6 }} /&gt;&#10;      &lt;Text style={{ fontSize: 14, color: '#FFFFFF', opacity: 0.85, lineHeight: 1.7 }}&gt;&#10;        前端 174 · 端到端 38&lt;br /&gt;数据层 50&#10;      &lt;/Text&gt;&#10;    &lt;/Box&gt;&#10;  &lt;/Box&gt;&#10;  &lt;Box style={{ height: 40, justifyContent: 'center', alignItems: 'flex-end' }}&gt;&#10;    &lt;Text style={{ fontSize: 14, color: '#64748B' }}&gt;11 / 11 · 本地运行，密钥不出机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从成稿到发布，中间不用返工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1371600"/>
            <a:ext cx="3981450" cy="4724400"/>
          </a:xfrm>
          <a:prstGeom prst="roundRect">
            <a:avLst>
              <a:gd name="adj" fmla="val 2871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38200" y="1600200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发布前体检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2057400"/>
            <a:ext cx="35242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风险词与错别字检测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结构完整性、段落节奏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配图数量与槽位检查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逐项打分并给出位置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8200" y="3409950"/>
            <a:ext cx="352425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52500" y="3524250"/>
            <a:ext cx="32956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纯本地规则，正文不出机、不调模型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819650" y="1371600"/>
            <a:ext cx="3981450" cy="4724400"/>
          </a:xfrm>
          <a:prstGeom prst="roundRect">
            <a:avLst>
              <a:gd name="adj" fmla="val 2871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048250" y="1600200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排版与格式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048250" y="2057400"/>
            <a:ext cx="35242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外链转脚注（网址不丢）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排版规范化（空格与标点）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深色模式预览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Markdown / Word / PDF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048250" y="3409950"/>
            <a:ext cx="352425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162550" y="3524250"/>
            <a:ext cx="32956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粘贴到公众号后台不跑版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9029700" y="1371600"/>
            <a:ext cx="2552700" cy="4724400"/>
          </a:xfrm>
          <a:prstGeom prst="roundRect">
            <a:avLst>
              <a:gd name="adj" fmla="val 4478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258300" y="2981325"/>
            <a:ext cx="2095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262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686925" y="62103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 / 11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本地运行，密钥不出机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838200" y="1933575"/>
            <a:ext cx="3524250" cy="9525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5048250" y="1933575"/>
            <a:ext cx="3524250" cy="9525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258300" y="266700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自动化用例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258300" y="38100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项全部通过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258300" y="4152900"/>
            <a:ext cx="20955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258300" y="4257675"/>
            <a:ext cx="20955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174 ·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端到端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38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数据层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50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2026-09-18T16:48:15Z</dcterms:created>
  <dcterms:modified xsi:type="dcterms:W3CDTF">2026-09-18T16:48:15Z</dcterms:modified>
</cp:coreProperties>
</file>