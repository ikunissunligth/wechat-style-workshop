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2" Type="http://schemas.openxmlformats.org/officeDocument/2006/relationships/viewProps" Target="viewProps.xml" /><Relationship Id="rId1" Type="http://schemas.openxmlformats.org/officeDocument/2006/relationships/slide" Target="slides/slide1.xml" /><Relationship Id="rId10" Type="http://schemas.openxmlformats.org/officeDocument/2006/relationships/presProps" Target="presProps.xml" /><Relationship Id="rId11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9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FFFFFF', padding: '48px 64px 40px 64px' }}&gt;&#10;  &lt;Box style={{ position: 'absolute', top: 0, right: 0, width: 520, height: 720, background: '#2563EB', opacity: 0.06 }} /&gt;&#10;  &lt;Box style={{ position: 'relative', flexDirection: 'row', height: '100%' }}&gt;&#10;    &lt;Box style={{ flex: 1, justifyContent: 'center', gap: 28 }}&gt;&#10;      &lt;Box style={{ width: 96, height: 8, background: '#2563EB', borderRadius: 4 }} /&gt;&#10;      &lt;Text style={{ fontSize: 56, fontWeight: 'bold', color: '#0F172A', lineHeight: 1.2 }}&gt;&#10;        公众号风格工坊&#10;      &lt;/Text&gt;&#10;      &lt;Text style={{ fontSize: 26, color: '#2563EB', fontWeight: 'bold', lineHeight: 1.5 }}&gt;&#10;        把「模仿一个号的写法」&lt;br /&gt;变成一条可复用的流水线&#10;      &lt;/Text&gt;&#10;      &lt;Text style={{ fontSize: 18, color: '#64748B', lineHeight: 1.7 }}&gt;&#10;        抓取真实文章 → 量化排版与文风 → 存成风格档案&lt;br /&gt;&#10;        → 按档案生成新稿 → 自动配图 → 一键复制排版&#10;      &lt;/Text&gt;&#10;    &lt;/Box&gt;&#10;    &lt;Box style={{ width: 380, justifyContent: 'center', alignItems: 'center' }}&gt;&#10;      &lt;Box style={{ width: 300, height: 300, borderRadius: 24, background: '#2563EB', justifyContent: 'center', alignItems: 'center' }}&gt;&#10;        &lt;Text style={{ fontSize: 96, fontWeight: 'bold', color: '#FFFFFF' }}&gt;6&lt;/Text&gt;&#10;        &lt;Text style={{ fontSize: 20, color: '#FFFFFF', opacity: 0.9 }}&gt;个环节一条链&lt;/Text&gt;&#10;      &lt;/Box&gt;&#10;    &lt;/Box&gt;&#10;  &lt;/Box&gt;&#10;  &lt;Box style={{ position: 'absolute', bottom: 40, right: 64 }}&gt;&#10;    &lt;Text style={{ fontSize: 14, color: '#64748B' }}&gt;01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solidFill>
            <a:srgbClr val="2563EB">
              <a:alpha val="6000"/>
            </a:srgbClr>
          </a:soli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09600" y="1847850"/>
            <a:ext cx="9144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7353300" cy="771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公众号风格工坊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228975"/>
            <a:ext cx="7353300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把「模仿一个号的写法」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2563EB"/>
                </a:solidFill>
                <a:latin typeface="Microsoft YaHei"/>
                <a:ea typeface="Microsoft YaHei"/>
              </a:rPr>
              <a:t>变成一条可复用的流水线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4391025"/>
            <a:ext cx="73533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抓取真实文章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量化排版与文风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存成风格档案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按档案生成新稿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自动配图</a:t>
            </a:r>
            <a:r>
              <a:rPr lang="en-US" sz="135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lang="zh-CN" sz="1350">
                <a:solidFill>
                  <a:srgbClr val="64748B"/>
                </a:solidFill>
                <a:latin typeface="Microsoft YaHei"/>
                <a:ea typeface="Microsoft YaHei"/>
              </a:rPr>
              <a:t>一键复制排版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8343900" y="2038350"/>
            <a:ext cx="2857500" cy="28575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486900" y="280035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9201150" y="390525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个环节一条链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11252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01 / 08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background: '#FFFFFF', padding: '48px 64px 40px 64px' }}&gt;&#10;  &lt;Box style={{ height: 96, justifyContent: 'center' }}&gt;&#10;    &lt;Text style={{ fontSize: 36, fontWeight: 'bold', color: '#0F172A' }}&gt;写公众号，卡在三件事上&lt;/Text&gt;&#10;  &lt;/Box&gt;&#10;  &lt;Box style={{ flexDirection: 'row', gap: 28, flex: 1 }}&gt;&#10;    &lt;Box style={{ flex: 1, background: '#F1F5F9', borderRadius: 12, padding: 28, gap: 16 }}&gt;&#10;      &lt;Text style={{ fontSize: 64, fontWeight: 'bold', color: '#2563EB' }}&gt;1&lt;/Text&gt;&#10;      &lt;Text style={{ fontSize: 22, fontWeight: 'bold', color: '#0F172A' }}&gt;选题难&lt;/Text&gt;&#10;      &lt;Text style={{ fontSize: 16, color: '#64748B', lineHeight: 1.7 }}&gt;&#10;        每次开稿都要现想主题和要点，&lt;br /&gt;想半小时还没落笔&#10;      &lt;/Text&gt;&#10;    &lt;/Box&gt;&#10;    &lt;Box style={{ flex: 1, background: '#F1F5F9', borderRadius: 12, padding: 28, gap: 16 }}&gt;&#10;      &lt;Text style={{ fontSize: 64, fontWeight: 'bold', color: '#2563EB' }}&gt;2&lt;/Text&gt;&#10;      &lt;Text style={{ fontSize: 22, fontWeight: 'bold', color: '#0F172A' }}&gt;写得不像&lt;/Text&gt;&#10;      &lt;Text style={{ fontSize: 16, color: '#64748B', lineHeight: 1.7 }}&gt;&#10;        「口语化、轻松」这种描述太虚，&lt;br /&gt;AI 写出来还是 AI 味&#10;      &lt;/Text&gt;&#10;    &lt;/Box&gt;&#10;    &lt;Box style={{ flex: 1, background: '#F1F5F9', borderRadius: 12, padding: 28, gap: 16 }}&gt;&#10;      &lt;Text style={{ fontSize: 64, fontWeight: 'bold', color: '#2563EB' }}&gt;3&lt;/Text&gt;&#10;      &lt;Text style={{ fontSize: 22, fontWeight: 'bold', color: '#0F172A' }}&gt;配图排版费时间&lt;/Text&gt;&#10;      &lt;Text style={{ fontSize: 16, color: '#64748B', lineHeight: 1.7 }}&gt;&#10;        找图、调尺寸、插图位置，&lt;br /&gt;一篇文章能磨掉一小时&#10;      &lt;/Text&gt;&#10;    &lt;/Box&gt;&#10;  &lt;/Box&gt;&#10;  &lt;Box style={{ height: 40, justifyContent: 'center', alignItems: 'flex-end' }}&gt;&#10;    &lt;Text style={{ fontSize: 14, color: '#64748B' }}&gt;02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写公众号，卡在三件事上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09600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76300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选题难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76300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每次开稿都要现想主题和要点，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想半小时还没落笔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352925" y="1371600"/>
            <a:ext cx="3486150" cy="4724400"/>
          </a:xfrm>
          <a:prstGeom prst="roundRect">
            <a:avLst>
              <a:gd name="adj" fmla="val 327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619625" y="2524125"/>
            <a:ext cx="2952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写得不像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4619625" y="2933700"/>
            <a:ext cx="29527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0">
                <a:solidFill>
                  <a:srgbClr val="64748B"/>
                </a:solidFill>
                <a:latin typeface="Microsoft YaHei"/>
                <a:ea typeface="Microsoft YaHei"/>
              </a:rPr>
              <a:t>「口语化」这种描述太虚，AI 味重，</a:t>
            </a:r>
            <a:endParaRPr lang="zh-CN" sz="1200" b="0">
              <a:solidFill>
                <a:srgbClr val="64748B"/>
              </a:solidFill>
              <a:latin typeface="Microsoft YaHei"/>
              <a:ea typeface="Microsoft YaHei"/>
            </a:endParaRPr>
          </a:p>
          <a:p>
            <a:pPr>
              <a:lnSpc>
                <a:spcPct val="170000"/>
              </a:lnSpc>
            </a:pPr>
            <a:r>
              <a:rPr lang="zh-CN" sz="1200" b="0">
                <a:solidFill>
                  <a:srgbClr val="64748B"/>
                </a:solidFill>
                <a:latin typeface="Microsoft YaHei"/>
                <a:ea typeface="Microsoft YaHei"/>
              </a:rPr>
              <a:t>字数还掺水：要 2000 只给 1500</a:t>
            </a:r>
            <a:endParaRPr lang="zh-CN" sz="1200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23" name=""/>
          <p:cNvSpPr/>
          <p:nvPr/>
        </p:nvSpPr>
        <p:spPr>
          <a:xfrm rot="0" flipH="0" flipV="0">
            <a:off x="8105775" y="1371600"/>
            <a:ext cx="3476625" cy="4724400"/>
          </a:xfrm>
          <a:prstGeom prst="roundRect">
            <a:avLst>
              <a:gd name="adj" fmla="val 3288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72475" y="2524125"/>
            <a:ext cx="29432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配图排版费时间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72475" y="2933700"/>
            <a:ext cx="2943225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找图、调尺寸、插图位置，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64748B"/>
                </a:solidFill>
                <a:latin typeface="Microsoft YaHei"/>
                <a:ea typeface="Microsoft YaHei"/>
              </a:rPr>
              <a:t>一篇文章能磨掉一小时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02 / 08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8" name="" descr="&lt;Slide style={{ background: '#FFFFFF', padding: '48px 64px 40px 64px' }}&gt;&#10;  &lt;Box style={{ height: 96, justifyContent: 'center' }}&gt;&#10;    &lt;Text style={{ fontSize: 36, fontWeight: 'bold', color: '#0F172A' }}&gt;一条流水线：从真实文章到成稿&lt;/Text&gt;&#10;  &lt;/Box&gt;&#10;  &lt;Box style={{ flexDirection: 'row', alignItems: 'center', gap: 12, height: 220 }}&gt;&#10;    &lt;Box style={{ flex: 1, height: 150, background: '#2563EB', borderRadius: 12, justifyContent: 'center', alignItems: 'center', gap: 8, padding: 12 }}&gt;&#10;      &lt;Text style={{ fontSize: 20, fontWeight: 'bold', color: '#FFFFFF' }}&gt;抓取&lt;/Text&gt;&#10;      &lt;Text style={{ fontSize: 13, color: '#FFFFFF', opacity: 0.85, textAlign: 'center' }}&gt;粘贴链接&lt;br /&gt;正文与图片全存本地&lt;/Text&gt;&#10;    &lt;/Box&gt;&#10;    &lt;Text style={{ fontSize: 26, color: '#2563EB', fontWeight: 'bold' }}&gt;›&lt;/Text&gt;&#10;    &lt;Box style={{ flex: 1, height: 150, background: '#2563EB', borderRadius: 12, justifyContent: 'center', alignItems: 'center', gap: 8, padding: 12 }}&gt;&#10;      &lt;Text style={{ fontSize: 20, fontWeight: 'bold', color: '#FFFFFF' }}&gt;分析&lt;/Text&gt;&#10;      &lt;Text style={{ fontSize: 13, color: '#FFFFFF', opacity: 0.85, textAlign: 'center' }}&gt;解析排版与段落&lt;br /&gt;量化成参数&lt;/Text&gt;&#10;    &lt;/Box&gt;&#10;    &lt;Text style={{ fontSize: 26, color: '#2563EB', fontWeight: 'bold' }}&gt;›&lt;/Text&gt;&#10;    &lt;Box style={{ flex: 1, height: 150, background: '#2563EB', borderRadius: 12, justifyContent: 'center', alignItems: 'center', gap: 8, padding: 12 }}&gt;&#10;      &lt;Text style={{ fontSize: 20, fontWeight: 'bold', color: '#FFFFFF' }}&gt;风格档案&lt;/Text&gt;&#10;      &lt;Text style={{ fontSize: 13, color: '#FFFFFF', opacity: 0.85, textAlign: 'center' }}&gt;一个号一份&lt;br /&gt;可长期复用&lt;/Text&gt;&#10;    &lt;/Box&gt;&#10;  &lt;/Box&gt;&#10;  &lt;Box style={{ height: 60, justifyContent: 'center', alignItems: 'center' }}&gt;&#10;    &lt;Text style={{ fontSize: 26, color: '#2563EB', fontWeight: 'bold' }}&gt;⌄&lt;/Text&gt;&#10;  &lt;/Box&gt;&#10;  &lt;Box style={{ flexDirection: 'row', alignItems: 'center', gap: 12, height: 220 }}&gt;&#10;    &lt;Box style={{ flex: 1, height: 150, background: '#0F172A', borderRadius: 12, justifyContent: 'center', alignItems: 'center', gap: 8, padding: 12 }}&gt;&#10;      &lt;Text style={{ fontSize: 20, fontWeight: 'bold', color: '#FFFFFF' }}&gt;导出&lt;/Text&gt;&#10;      &lt;Text style={{ fontSize: 13, color: '#FFFFFF', opacity: 0.85, textAlign: 'center' }}&gt;复制排版&lt;br /&gt;直接粘进后台&lt;/Text&gt;&#10;    &lt;/Box&gt;&#10;    &lt;Text style={{ fontSize: 26, color: '#2563EB', fontWeight: 'bold' }}&gt;‹&lt;/Text&gt;&#10;    &lt;Box style={{ flex: 1, height: 150, background: '#0F172A', borderRadius: 12, justifyContent: 'center', alignItems: 'center', gap: 8, padding: 12 }}&gt;&#10;      &lt;Text style={{ fontSize: 20, fontWeight: 'bold', color: '#FFFFFF' }}&gt;配图&lt;/Text&gt;&#10;      &lt;Text style={{ fontSize: 13, color: '#FFFFFF', opacity: 0.85, textAlign: 'center' }}&gt;自动插图&lt;br /&gt;专题组取图&lt;/Text&gt;&#10;    &lt;/Box&gt;&#10;    &lt;Text style={{ fontSize: 26, color: '#2563EB', fontWeight: 'bold' }}&gt;‹&lt;/Text&gt;&#10;    &lt;Box style={{ flex: 1, height: 150, background: '#0F172A', borderRadius: 12, justifyContent: 'center', alignItems: 'center', gap: 8, padding: 12 }}&gt;&#10;      &lt;Text style={{ fontSize: 20, fontWeight: 'bold', color: '#FFFFFF' }}&gt;生成&lt;/Text&gt;&#10;      &lt;Text style={{ fontSize: 13, color: '#FFFFFF', opacity: 0.85, textAlign: 'center' }}&gt;选题助手起头&lt;br /&gt;按档案仿写&lt;/Text&gt;&#10;    &lt;/Box&gt;&#10;  &lt;/Box&gt;&#10;  &lt;Box style={{ height: 40, justifyContent: 'center', alignItems: 'flex-end' }}&gt;&#10;    &lt;Text style={{ fontSize: 14, color: '#64748B' }}&gt;03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一条流水线：从真实文章到成稿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2143125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抓取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1624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4371975" y="1704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905500" y="2114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934325" y="2266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143875" y="1704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9486900" y="21145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风格档案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981700" y="3600450"/>
            <a:ext cx="2381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⌄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2143125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1624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4371975" y="4371975"/>
            <a:ext cx="3448050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9055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配图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934325" y="4933950"/>
            <a:ext cx="95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</a:rPr>
              <a:t>‹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8143875" y="4371975"/>
            <a:ext cx="3438525" cy="142875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677400" y="47815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62484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03 / 08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771650" y="2419350"/>
            <a:ext cx="11144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粘贴链接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正文与图片全存本地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667375" y="2419350"/>
            <a:ext cx="86677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解析排版与段落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量化成参数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9553575" y="2419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一个号一份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可长期复用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1962150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复制排版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直接粘进后台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791200" y="5086350"/>
            <a:ext cx="619125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自动插图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专题组取图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496425" y="508635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选题助手起头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按档案仿写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 style={{ background: '#FFFFFF', padding: '48px 64px 40px 64px' }}&gt;&#10;  &lt;Box style={{ height: 96, justifyContent: 'center' }}&gt;&#10;    &lt;Text style={{ fontSize: 36, fontWeight: 'bold', color: '#0F172A' }}&gt;风格不是「感觉」，是可量化的参数&lt;/Text&gt;&#10;  &lt;/Box&gt;&#10;  &lt;Box style={{ flexDirection: 'row', gap: 32, flex: 1 }}&gt;&#10;    &lt;Box style={{ width: 300, background: '#2563EB', borderRadius: 12, padding: 28, justifyContent: 'center', gap: 12 }}&gt;&#10;      &lt;Text style={{ fontSize: 20, color: '#FFFFFF', opacity: 0.9 }}&gt;实测某号&lt;/Text&gt;&#10;      &lt;Text style={{ fontSize: 72, fontWeight: 'bold', color: '#FFFFFF' }}&gt;15&lt;/Text&gt;&#10;      &lt;Text style={{ fontSize: 18, color: '#FFFFFF', opacity: 0.9 }}&gt;px 正文字号&lt;/Text&gt;&#10;      &lt;Box style={{ height: 1, background: '#FFFFFF', opacity: 0.3, marginTop: 8 }} /&gt;&#10;      &lt;Text style={{ fontSize: 15, color: '#FFFFFF', opacity: 0.85, lineHeight: 1.7 }}&gt;&#10;        平均段长 42 字&lt;br /&gt;平均 4 段一图&lt;br /&gt;每篇 8 张图 · 12 个行内表情&#10;      &lt;/Text&gt;&#10;    &lt;/Box&gt;&#10;    &lt;Box style={{ flex: 1, gap: 14 }}&gt;&#10;      &lt;Box style={{ background: '#F1F5F9', borderRadius: 12, padding: 20, flexDirection: 'row', alignItems: 'center', gap: 16 }}&gt;&#10;        &lt;Text style={{ fontSize: 17, fontWeight: 'bold', color: '#2563EB', width: 130 }}&gt;排版&lt;/Text&gt;&#10;        &lt;Text style={{ fontSize: 15, color: '#0F172A', flex: 1 }}&gt;字号、字色、行距、对齐方式&lt;/Text&gt;&#10;      &lt;/Box&gt;&#10;      &lt;Box style={{ background: '#F1F5F9', borderRadius: 12, padding: 20, flexDirection: 'row', alignItems: 'center', gap: 16 }}&gt;&#10;        &lt;Text style={{ fontSize: 17, fontWeight: 'bold', color: '#2563EB', width: 130 }}&gt;段落节奏&lt;/Text&gt;&#10;        &lt;Text style={{ fontSize: 15, color: '#0F172A', flex: 1 }}&gt;平均段长、最长段、长短段分布&lt;/Text&gt;&#10;      &lt;/Box&gt;&#10;      &lt;Box style={{ background: '#F1F5F9', borderRadius: 12, padding: 20, flexDirection: 'row', alignItems: 'center', gap: 16 }}&gt;&#10;        &lt;Text style={{ fontSize: 17, fontWeight: 'bold', color: '#2563EB', width: 130 }}&gt;图文节奏&lt;/Text&gt;&#10;        &lt;Text style={{ fontSize: 15, color: '#0F172A', flex: 1 }}&gt;每篇几张图、几段出现一图、GIF 占比&lt;/Text&gt;&#10;      &lt;/Box&gt;&#10;      &lt;Box style={{ background: '#F1F5F9', borderRadius: 12, padding: 20, flexDirection: 'row', alignItems: 'center', gap: 16 }}&gt;&#10;        &lt;Text style={{ fontSize: 17, fontWeight: 'bold', color: '#2563EB', width: 130 }}&gt;装饰元素&lt;/Text&gt;&#10;        &lt;Text style={{ fontSize: 15, color: '#0F172A', flex: 1 }}&gt;加粗、引用、分割线、emoji 使用量&lt;/Text&gt;&#10;      &lt;/Box&gt;&#10;      &lt;Box style={{ background: '#F1F5F9', borderRadius: 12, padding: 20, flexDirection: 'row', alignItems: 'center', gap: 16 }}&gt;&#10;        &lt;Text style={{ fontSize: 17, fontWeight: 'bold', color: '#2563EB', width: 130 }}&gt;文风描述&lt;/Text&gt;&#10;        &lt;Text style={{ fontSize: 15, color: '#0F172A', flex: 1 }}&gt;AI 从样例段落提炼语气、口头禅、结尾习惯&lt;/Text&gt;&#10;      &lt;/Box&gt;&#10;    &lt;/Box&gt;&#10;  &lt;/Box&gt;&#10;  &lt;Box style={{ height: 40, justifyContent: 'center', alignItems: 'flex-end' }}&gt;&#10;    &lt;Text style={{ fontSize: 14, color: '#64748B' }}&gt;04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风格不是「感觉」，是可量化的参数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09600" y="1371600"/>
            <a:ext cx="2857500" cy="47244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876300" y="2733675"/>
            <a:ext cx="23241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FFFFFF"/>
                </a:solidFill>
                <a:latin typeface="Microsoft YaHei"/>
                <a:ea typeface="Microsoft YaHei"/>
              </a:rPr>
              <a:t>15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3771900" y="13716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3962400" y="15621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排版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53050" y="15811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字号、字色、行距、对齐方式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3771900" y="208597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3962400" y="227647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段落节奏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5353050" y="229552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平均段长、最长段、长短段分布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3771900" y="280035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962400" y="299085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图文节奏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353050" y="300990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每篇几张图、几段出现一图、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GIF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占比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3771900" y="3514725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3962400" y="3705225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装饰元素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5353050" y="3724275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加粗、引用、分割线、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emoji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使用量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3771900" y="4229100"/>
            <a:ext cx="7810500" cy="581025"/>
          </a:xfrm>
          <a:prstGeom prst="roundRect">
            <a:avLst>
              <a:gd name="adj" fmla="val 19672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962400" y="4419600"/>
            <a:ext cx="1238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563EB"/>
                </a:solidFill>
                <a:latin typeface="Microsoft YaHei"/>
                <a:ea typeface="Microsoft YaHei"/>
              </a:rPr>
              <a:t>文风描述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5353050" y="4438650"/>
            <a:ext cx="6038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>AI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从样例段落提炼语气、口头禅、结尾习惯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04 / 08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76300" y="23907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实测某号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76300" y="3676650"/>
            <a:ext cx="2324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px </a:t>
            </a:r>
            <a:r>
              <a:rPr lang="zh-CN" sz="13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正文字号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76300" y="4076700"/>
            <a:ext cx="232410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2324100" cy="8763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字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平均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4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段一图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每篇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8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张图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 · 12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个行内表情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0" name="" descr="&lt;Slide style={{ background: '#FFFFFF', padding: '48px 64px 40px 64px' }}&gt;&#10;  &lt;Box style={{ height: 96, justifyContent: 'center' }}&gt;&#10;    &lt;Text style={{ fontSize: 36, fontWeight: 'bold', color: '#0F172A' }}&gt;多号混抓，风格不会被污染&lt;/Text&gt;&#10;  &lt;/Box&gt;&#10;  &lt;Box style={{ flexDirection: 'row', gap: 28, flex: 1 }}&gt;&#10;    &lt;Box style={{ flex: 1, background: '#F1F5F9', borderRadius: 12, padding: 28, gap: 14 }}&gt;&#10;      &lt;Text style={{ fontSize: 18, fontWeight: 'bold', color: '#64748B' }}&gt;过去的做法&lt;/Text&gt;&#10;      &lt;Text style={{ fontSize: 24, fontWeight: 'bold', color: '#0F172A' }}&gt;混着存成一份&lt;/Text&gt;&#10;      &lt;Box style={{ height: 1, background: '#CBD5E1' }} /&gt;&#10;      &lt;Text style={{ fontSize: 15, color: '#64748B', lineHeight: 1.8 }}&gt;&#10;        差评 15px + 好机友 16px&lt;br /&gt;&#10;        平均成 15.5px&lt;br /&gt;&lt;br /&gt;&#10;        平均段长 42 + 70&lt;br /&gt;&#10;        平均成 56 字&#10;      &lt;/Text&gt;&#10;      &lt;Box style={{ marginTop: 8, background: '#FFFFFF', borderRadius: 8, padding: 16 }}&gt;&#10;        &lt;Text style={{ fontSize: 16, color: '#0F172A', fontWeight: 'bold' }}&gt;结果：四不像&lt;/Text&gt;&#10;      &lt;/Box&gt;&#10;    &lt;/Box&gt;&#10;    &lt;Box style={{ width: 60, justifyContent: 'center', alignItems: 'center' }}&gt;&#10;      &lt;Text style={{ fontSize: 34, fontWeight: 'bold', color: '#F59E0B' }}&gt;→&lt;/Text&gt;&#10;    &lt;/Box&gt;&#10;    &lt;Box style={{ flex: 1, background: '#2563EB', borderRadius: 12, padding: 28, gap: 14 }}&gt;&#10;      &lt;Text style={{ fontSize: 18, fontWeight: 'bold', color: '#FFFFFF', opacity: 0.85 }}&gt;现在的做法&lt;/Text&gt;&#10;      &lt;Text style={{ fontSize: 24, fontWeight: 'bold', color: '#FFFFFF' }}&gt;自动按公众号拆分&lt;/Text&gt;&#10;      &lt;Box style={{ height: 1, background: '#FFFFFF', opacity: 0.3 }} /&gt;&#10;      &lt;Text style={{ fontSize: 15, color: '#FFFFFF', opacity: 0.92, lineHeight: 1.8 }}&gt;&#10;        批量分析完自动识别来源&lt;br /&gt;&#10;        每个号各出一份独立档案&lt;br /&gt;&lt;br /&gt;&#10;        差评 15px · 好机友 16px&lt;br /&gt;&#10;        参数各自保留&#10;      &lt;/Text&gt;&#10;      &lt;Box style={{ marginTop: 8, background: '#FFFFFF', borderRadius: 8, padding: 16 }}&gt;&#10;        &lt;Text style={{ fontSize: 16, color: '#2563EB', fontWeight: 'bold' }}&gt;仿谁就像谁&lt;/Text&gt;&#10;      &lt;/Box&gt;&#10;    &lt;/Box&gt;&#10;  &lt;/Box&gt;&#10;  &lt;Box style={{ height: 40, justifyContent: 'center', alignItems: 'flex-end' }}&gt;&#10;    &lt;Text style={{ fontSize: 14, color: '#64748B' }}&gt;05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多号混抓，风格不会被污染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过去的做法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7630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混着存成一份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876300" y="2390775"/>
            <a:ext cx="44005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15px +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15.5px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平均段长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42 + 70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平均成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56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字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87630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02870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Microsoft YaHei"/>
                <a:ea typeface="Microsoft YaHei"/>
              </a:rPr>
              <a:t>结果：四不像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934075" y="3543300"/>
            <a:ext cx="323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550" b="1">
                <a:solidFill>
                  <a:srgbClr val="F59E0B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6648450" y="1371600"/>
            <a:ext cx="49339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915150" y="1981200"/>
            <a:ext cx="4400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自动按公众号拆分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915150" y="4295775"/>
            <a:ext cx="440055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067550" y="4448175"/>
            <a:ext cx="409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563EB"/>
                </a:solidFill>
                <a:latin typeface="Microsoft YaHei"/>
                <a:ea typeface="Microsoft YaHei"/>
              </a:rPr>
              <a:t>仿谁就像谁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05 / 08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915150" y="1638300"/>
            <a:ext cx="4400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现在的做法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915150" y="2390775"/>
            <a:ext cx="44005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915150" y="2533650"/>
            <a:ext cx="4400550" cy="15525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批量分析完自动识别来源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每个号各出一份独立档案</a:t>
            </a:r>
            <a:endParaRPr/>
          </a:p>
          <a:p>
            <a:pPr>
              <a:lnSpc>
                <a:spcPct val="180000"/>
              </a:lnSpc>
            </a:pPr>
            <a:r>
              <a:rPr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差评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15px ·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好机友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16px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参数各自保留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 style={{ background: '#FFFFFF', padding: '48px 64px 40px 64px' }}&gt;&#10;  &lt;Box style={{ height: 96, justifyContent: 'center' }}&gt;&#10;    &lt;Text style={{ fontSize: 36, fontWeight: 'bold', color: '#0F172A' }}&gt;选题助手：不用每次现想主题&lt;/Text&gt;&#10;  &lt;/Box&gt;&#10;  &lt;Box style={{ flexDirection: 'row', gap: 28, flex: 1 }}&gt;&#10;    &lt;Box style={{ flex: 1, background: '#2563EB', borderRadius: 12, padding: 28, gap: 12 }}&gt;&#10;      &lt;Text style={{ fontSize: 18, fontWeight: 'bold', color: '#FFFFFF', opacity: 0.85 }}&gt;路一&lt;/Text&gt;&#10;      &lt;Text style={{ fontSize: 24, fontWeight: 'bold', color: '#FFFFFF' }}&gt;工具直接出选题&lt;/Text&gt;&#10;      &lt;Box style={{ height: 1, background: '#FFFFFF', opacity: 0.3 }} /&gt;&#10;      &lt;Text style={{ fontSize: 15, color: '#FFFFFF', opacity: 0.92, lineHeight: 1.8 }}&gt;&#10;        填一次账号定位（长期复用）&lt;br /&gt;&#10;        再填这次的素材&lt;br /&gt;&#10;        → 出 3 个选题，各带 6-9 条要点&lt;br /&gt;&#10;        → 点「用这个」自动填进表单&#10;      &lt;/Text&gt;&#10;    &lt;/Box&gt;&#10;    &lt;Box style={{ flex: 1, background: '#F1F5F9', borderRadius: 12, padding: 28, gap: 12 }}&gt;&#10;      &lt;Text style={{ fontSize: 18, fontWeight: 'bold', color: '#64748B' }}&gt;路二&lt;/Text&gt;&#10;      &lt;Text style={{ fontSize: 24, fontWeight: 'bold', color: '#0F172A' }}&gt;提示词丢给别的模型&lt;/Text&gt;&#10;      &lt;Box style={{ height: 1, background: '#CBD5E1' }} /&gt;&#10;      &lt;Text style={{ fontSize: 15, color: '#64748B', lineHeight: 1.8 }}&gt;&#10;        一键复制提示词（内嵌反 AI 味约束）&lt;br /&gt;&#10;        粘给 ChatGPT / DeepSeek / Kimi&lt;br /&gt;&#10;        → 把回复整段贴回解析框&lt;br /&gt;&#10;        → 自动解析并填入主题与要点&#10;      &lt;/Text&gt;&#10;      &lt;Box style={{ marginTop: 6, background: '#FFFFFF', borderRadius: 8, padding: 14 }}&gt;&#10;        &lt;Text style={{ fontSize: 14, color: '#0F172A' }}&gt;三种返回格式都能吃：规范 / 列表符号 / 随意写&lt;/Text&gt;&#10;      &lt;/Box&gt;&#10;    &lt;/Box&gt;&#10;  &lt;/Box&gt;&#10;  &lt;Box style={{ height: 40, justifyContent: 'center', alignItems: 'flex-end' }}&gt;&#10;    &lt;Text style={{ fontSize: 14, color: '#64748B' }}&gt;06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选题助手：不用每次现想主题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7630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工具直接出选题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229350" y="1371600"/>
            <a:ext cx="5353050" cy="4724400"/>
          </a:xfrm>
          <a:prstGeom prst="roundRect">
            <a:avLst>
              <a:gd name="adj" fmla="val 2419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49605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4748B"/>
                </a:solidFill>
                <a:latin typeface="Microsoft YaHei"/>
                <a:ea typeface="Microsoft YaHei"/>
              </a:rPr>
              <a:t>路二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6496050" y="19621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提示词丢给别的模型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6496050" y="2352675"/>
            <a:ext cx="4819650" cy="9525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49605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一键复制提示词（内嵌反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AI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味约束）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粘给</a:t>
            </a: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 ChatGPT / DeepSeek / Kimi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把回复整段贴回解析框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64748B"/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64748B"/>
                </a:solidFill>
                <a:latin typeface="Microsoft YaHei"/>
                <a:ea typeface="Microsoft YaHei"/>
              </a:rPr>
              <a:t>自动解析并填入主题与要点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496050" y="3886200"/>
            <a:ext cx="4819650" cy="428625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629400" y="4019550"/>
            <a:ext cx="4552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三种返回格式都能吃：规范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列表符号</a:t>
            </a:r>
            <a:r>
              <a:rPr lang="en-US" sz="1050">
                <a:solidFill>
                  <a:srgbClr val="0F172A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0F172A"/>
                </a:solidFill>
                <a:latin typeface="Microsoft YaHei"/>
                <a:ea typeface="Microsoft YaHei"/>
              </a:rPr>
              <a:t>随意写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06 / 08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路一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876300" y="2352675"/>
            <a:ext cx="4819650" cy="9525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76300" y="2476500"/>
            <a:ext cx="4819650" cy="12382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填一次账号定位（长期复用）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再填这次的素材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出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个选题，各带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6-9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条要点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→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点「用这个」自动填进表单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style={{ background: '#FFFFFF', padding: '48px 64px 40px 64px' }}&gt;&#10;  &lt;Box style={{ height: 96, justifyContent: 'center' }}&gt;&#10;    &lt;Text style={{ fontSize: 36, fontWeight: 'bold', color: '#0F172A' }}&gt;图片随便混，风格不受影响&lt;/Text&gt;&#10;  &lt;/Box&gt;&#10;  &lt;Box style={{ flexDirection: 'row', gap: 28, height: 200 }}&gt;&#10;    &lt;Box style={{ flex: 1, background: '#F1F5F9', borderRadius: 12, padding: 24, gap: 10 }}&gt;&#10;      &lt;Text style={{ fontSize: 20, fontWeight: 'bold', color: '#2563EB' }}&gt;专题组汇图&lt;/Text&gt;&#10;      &lt;Text style={{ fontSize: 15, color: '#0F172A', lineHeight: 1.7 }}&gt;&#10;        A 号、B 号、C 号的图，&lt;br /&gt;分组都填「0912华为稿」→ 合成一个图池&#10;      &lt;/Text&gt;&#10;    &lt;/Box&gt;&#10;    &lt;Box style={{ flex: 1, background: '#F1F5F9', borderRadius: 12, padding: 24, gap: 10 }}&gt;&#10;      &lt;Text style={{ fontSize: 20, fontWeight: 'bold', color: '#2563EB' }}&gt;自动配图&lt;/Text&gt;&#10;      &lt;Text style={{ fontSize: 15, color: '#0F172A', lineHeight: 1.7 }}&gt;&#10;        生成时按「几段一图」的节奏&lt;br /&gt;从图池挑图，彩色槽位可手动换&#10;      &lt;/Text&gt;&#10;    &lt;/Box&gt;&#10;    &lt;Box style={{ flex: 1, background: '#F1F5F9', borderRadius: 12, padding: 24, gap: 10 }}&gt;&#10;      &lt;Text style={{ fontSize: 20, fontWeight: 'bold', color: '#2563EB' }}&gt;一键复制排版&lt;/Text&gt;&#10;      &lt;Text style={{ fontSize: 15, color: '#0F172A', lineHeight: 1.7 }}&gt;&#10;        带内联样式的 HTML，&lt;br /&gt;直接粘进公众号后台不跑版&#10;      &lt;/Text&gt;&#10;    &lt;/Box&gt;&#10;  &lt;/Box&gt;&#10;  &lt;Box style={{ marginTop: 28, background: '#2563EB', borderRadius: 12, padding: 28, flexDirection: 'row', alignItems: 'center', gap: 24 }}&gt;&#10;    &lt;Box style={{ width: 8, height: 90, background: '#FFFFFF', borderRadius: 4 }} /&gt;&#10;    &lt;Box style={{ flex: 1, gap: 6 }}&gt;&#10;      &lt;Text style={{ fontSize: 22, fontWeight: 'bold', color: '#FFFFFF' }}&gt;两条数据线互不干扰&lt;/Text&gt;&#10;      &lt;Text style={{ fontSize: 16, color: '#FFFFFF', opacity: 0.92, lineHeight: 1.7 }}&gt;&#10;        风格档案 = 只由「链接分析」那一刻的当篇文章排版决定，素材库里的图完全不参与分析&lt;br /&gt;&#10;        图片素材 = 只决定「自动配图」从哪个池子选图&#10;      &lt;/Text&gt;&#10;    &lt;/Box&gt;&#10;  &lt;/Box&gt;&#10;  &lt;Box style={{ flex: 1 }} /&gt;&#10;  &lt;Box style={{ height: 40, justifyContent: 'center', alignItems: 'flex-end' }}&gt;&#10;    &lt;Text style={{ fontSize: 14, color: '#64748B' }}&gt;07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图池随便攒，风格不受影响</a:t>
            </a:r>
            <a:endParaRPr lang="zh-CN" sz="27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18" name=""/>
          <p:cNvSpPr/>
          <p:nvPr/>
        </p:nvSpPr>
        <p:spPr>
          <a:xfrm rot="0" flipH="0" flipV="0">
            <a:off x="609600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38200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多链接批量抓图</a:t>
            </a:r>
            <a:endParaRPr lang="zh-CN" sz="1500" b="1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838200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0">
                <a:solidFill>
                  <a:srgbClr val="0F172A"/>
                </a:solidFill>
                <a:latin typeface="Microsoft YaHei"/>
                <a:ea typeface="Microsoft YaHei"/>
              </a:rPr>
              <a:t>一次贴多篇链接一起抓，</a:t>
            </a:r>
            <a:endParaRPr lang="zh-CN" sz="1125" b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>
              <a:lnSpc>
                <a:spcPct val="170000"/>
              </a:lnSpc>
            </a:pPr>
            <a:r>
              <a:rPr lang="zh-CN" sz="1125" b="0">
                <a:solidFill>
                  <a:srgbClr val="0F172A"/>
                </a:solidFill>
                <a:latin typeface="Microsoft YaHei"/>
                <a:ea typeface="Microsoft YaHei"/>
              </a:rPr>
              <a:t>同题材文章汇入同一个图池</a:t>
            </a:r>
            <a:endParaRPr lang="zh-CN" sz="1125" b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21" name=""/>
          <p:cNvSpPr/>
          <p:nvPr/>
        </p:nvSpPr>
        <p:spPr>
          <a:xfrm rot="0" flipH="0" flipV="0">
            <a:off x="4352925" y="1371600"/>
            <a:ext cx="3486150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581525" y="1600200"/>
            <a:ext cx="3028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配图可换可重来</a:t>
            </a:r>
            <a:endParaRPr lang="zh-CN" sz="1500" b="1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581525" y="1924050"/>
            <a:ext cx="30289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0">
                <a:solidFill>
                  <a:srgbClr val="0F172A"/>
                </a:solidFill>
                <a:latin typeface="Microsoft YaHei"/>
                <a:ea typeface="Microsoft YaHei"/>
              </a:rPr>
              <a:t>点图即换：优先自己素材库，</a:t>
            </a:r>
            <a:endParaRPr lang="zh-CN" sz="1125" b="0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>
              <a:lnSpc>
                <a:spcPct val="170000"/>
              </a:lnSpc>
            </a:pPr>
            <a:r>
              <a:rPr lang="zh-CN" sz="1125" b="0">
                <a:solidFill>
                  <a:srgbClr val="0F172A"/>
                </a:solidFill>
                <a:latin typeface="Microsoft YaHei"/>
                <a:ea typeface="Microsoft YaHei"/>
              </a:rPr>
              <a:t>配错了「重配全部」一键重来</a:t>
            </a:r>
            <a:endParaRPr lang="zh-CN" sz="1125" b="0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24" name=""/>
          <p:cNvSpPr/>
          <p:nvPr/>
        </p:nvSpPr>
        <p:spPr>
          <a:xfrm rot="0" flipH="0" flipV="0">
            <a:off x="8105775" y="1371600"/>
            <a:ext cx="3476625" cy="1905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334375" y="1600200"/>
            <a:ext cx="30194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563EB"/>
                </a:solidFill>
                <a:latin typeface="Microsoft YaHei"/>
                <a:ea typeface="Microsoft YaHei"/>
              </a:rPr>
              <a:t>字数有保障</a:t>
            </a:r>
            <a:endParaRPr lang="zh-CN" sz="1500" b="1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334375" y="1924050"/>
            <a:ext cx="30194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真实口径统计字数，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</a:t>
            </a:r>
            <a:r>
              <a:rPr lang="zh-CN" sz="1125" b="1">
                <a:solidFill>
                  <a:srgbClr val="0F172A"/>
                </a:solidFill>
                <a:latin typeface="Microsoft YaHei"/>
                <a:ea typeface="Microsoft YaHei"/>
              </a:rPr>
              <a:t>短了自动续写补齐</a:t>
            </a:r>
            <a:endParaRPr lang="zh-CN" sz="1125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27" name=""/>
          <p:cNvSpPr/>
          <p:nvPr/>
        </p:nvSpPr>
        <p:spPr>
          <a:xfrm rot="0" flipH="0" flipV="0">
            <a:off x="609600" y="3543300"/>
            <a:ext cx="10972800" cy="1476375"/>
          </a:xfrm>
          <a:prstGeom prst="roundRect">
            <a:avLst>
              <a:gd name="adj" fmla="val 7742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8" name=""/>
          <p:cNvSpPr/>
          <p:nvPr/>
        </p:nvSpPr>
        <p:spPr>
          <a:xfrm rot="0" flipH="0" flipV="0">
            <a:off x="876300" y="3857625"/>
            <a:ext cx="76200" cy="8572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181100" y="3810000"/>
            <a:ext cx="1013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两条数据线互不干扰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07 / 08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81100" y="4124325"/>
            <a:ext cx="101346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 b="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风格档案 = 只由「链接分析」那一刻的当篇文章排版决定，素材库里的图完全不参与分析</a:t>
            </a:r>
            <a:r>
              <a:rPr lang="zh-CN" sz="1200" b="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</a:t>
            </a:r>
            <a:r>
              <a:rPr lang="zh-CN" sz="1200" b="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图片素材 = 只决定「自动配图」从哪个池子选图</a:t>
            </a:r>
            <a:r>
              <a:rPr lang="zh-CN" sz="1200" b="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</a:t>
            </a:r>
            <a:endParaRPr lang="zh-CN" sz="1200" b="0">
              <a:solidFill>
                <a:srgbClr val="FFFFFF">
                  <a:alpha val="92000"/>
                </a:srgbClr>
              </a:solidFill>
              <a:latin typeface="Microsoft YaHei"/>
              <a:ea typeface="Microsoft YaHei"/>
            </a:endParaRP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2" name="" descr="&lt;Slide style={{ background: '#FFFFFF', padding: '48px 64px 40px 64px' }}&gt;&#10;  &lt;Box style={{ height: 96, justifyContent: 'center' }}&gt;&#10;    &lt;Text style={{ fontSize: 36, fontWeight: 'bold', color: '#0F172A' }}&gt;数据在你自己机器上&lt;/Text&gt;&#10;  &lt;/Box&gt;&#10;  &lt;Box style={{ flexDirection: 'row', gap: 28, height: 260 }}&gt;&#10;    &lt;Box style={{ flex: 1, background: '#2563EB', borderRadius: 12, padding: 28, gap: 12 }}&gt;&#10;      &lt;Text style={{ fontSize: 44, fontWeight: 'bold', color: '#FFFFFF' }}&gt;本地&lt;/Text&gt;&#10;      &lt;Text style={{ fontSize: 20, fontWeight: 'bold', color: '#FFFFFF' }}&gt;单机运行&lt;/Text&gt;&#10;      &lt;Text style={{ fontSize: 15, color: '#FFFFFF', opacity: 0.92, lineHeight: 1.7 }}&gt;&#10;        一个本地服务 + 浏览器，&lt;br /&gt;文章与图片存在项目目录里&#10;      &lt;/Text&gt;&#10;    &lt;/Box&gt;&#10;    &lt;Box style={{ flex: 1, background: '#0F172A', borderRadius: 12, padding: 28, gap: 12 }}&gt;&#10;      &lt;Text style={{ fontSize: 44, fontWeight: 'bold', color: '#FFFFFF' }}&gt;Key&lt;/Text&gt;&#10;      &lt;Text style={{ fontSize: 20, fontWeight: 'bold', color: '#FFFFFF' }}&gt;只存本机&lt;/Text&gt;&#10;      &lt;Text style={{ fontSize: 15, color: '#FFFFFF', opacity: 0.92, lineHeight: 1.7 }}&gt;&#10;        API Key 存浏览器本地，&lt;br /&gt;导出档案不含 Key&#10;      &lt;/Text&gt;&#10;    &lt;/Box&gt;&#10;    &lt;Box style={{ flex: 1, background: '#F1F5F9', borderRadius: 12, padding: 28, gap: 12 }}&gt;&#10;      &lt;Text style={{ fontSize: 44, fontWeight: 'bold', color: '#2563EB' }}&gt;稳&lt;/Text&gt;&#10;      &lt;Text style={{ fontSize: 20, fontWeight: 'bold', color: '#0F172A' }}&gt;调用兜底&lt;/Text&gt;&#10;      &lt;Text style={{ fontSize: 15, color: '#64748B', lineHeight: 1.7 }}&gt;&#10;        流式优先，网关不支持&lt;br /&gt;自动回退普通请求&#10;      &lt;/Text&gt;&#10;    &lt;/Box&gt;&#10;  &lt;/Box&gt;&#10;  &lt;Box style={{ marginTop: 32, flexDirection: 'row', alignItems: 'center', gap: 20 }}&gt;&#10;    &lt;Box style={{ width: 8, height: 110, background: '#2563EB', borderRadius: 4 }} /&gt;&#10;    &lt;Box style={{ flex: 1 }}&gt;&#10;      &lt;Text style={{ fontSize: 28, fontWeight: 'bold', color: '#0F172A', lineHeight: 1.5 }}&gt;&#10;        风格可量化、可隔离、可复用&lt;br /&gt;&#10;        &lt;span style={{ color: '#2563EB' }}&gt;剩下的时间留给选题本身&lt;/span&gt;&#10;      &lt;/Text&gt;&#10;    &lt;/Box&gt;&#10;  &lt;/Box&gt;&#10;  &lt;Box style={{ flex: 1 }} /&gt;&#10;  &lt;Box style={{ height: 40, justifyContent: 'center', alignItems: 'flex-end' }}&gt;&#10;    &lt;Text style={{ fontSize: 14, color: '#64748B' }}&gt;08 / 08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09600" y="704850"/>
            <a:ext cx="109728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Microsoft YaHei"/>
                <a:ea typeface="Microsoft YaHei"/>
              </a:rPr>
              <a:t>数据在你自己机器上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76300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本地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76300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单机运行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4352925" y="1371600"/>
            <a:ext cx="3486150" cy="247650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619625" y="1638300"/>
            <a:ext cx="29527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Microsoft YaHei"/>
                <a:ea typeface="Microsoft YaHei"/>
              </a:rPr>
              <a:t>Key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619625" y="2257425"/>
            <a:ext cx="2952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只存本机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105775" y="1371600"/>
            <a:ext cx="3476625" cy="247650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8372475" y="1638300"/>
            <a:ext cx="2943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2563EB"/>
                </a:solidFill>
                <a:latin typeface="Microsoft YaHei"/>
                <a:ea typeface="Microsoft YaHei"/>
              </a:rPr>
              <a:t>准</a:t>
            </a:r>
            <a:endParaRPr lang="zh-CN" sz="3300" b="1">
              <a:solidFill>
                <a:srgbClr val="2563EB"/>
              </a:solidFill>
              <a:latin typeface="Microsoft YaHei"/>
              <a:ea typeface="Microsoft YaHei"/>
            </a:endParaRPr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8372475" y="2257425"/>
            <a:ext cx="2943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</a:rPr>
              <a:t>字数有保障</a:t>
            </a:r>
            <a:endParaRPr lang="zh-CN" sz="15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72475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 b="0">
                <a:solidFill>
                  <a:srgbClr val="64748B"/>
                </a:solidFill>
                <a:latin typeface="Microsoft YaHei"/>
                <a:ea typeface="Microsoft YaHei"/>
              </a:rPr>
              <a:t>真实口径统计，短了自动续写补齐</a:t>
            </a:r>
            <a:endParaRPr lang="zh-CN" sz="1125" b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4152900"/>
            <a:ext cx="76200" cy="1047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876300" y="4200525"/>
            <a:ext cx="10706100" cy="962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风格可量化、可隔离、可复用，字数不掺水</a:t>
            </a:r>
            <a:endParaRPr lang="zh-CN" sz="2100" b="1">
              <a:solidFill>
                <a:srgbClr val="0F172A"/>
              </a:solidFill>
              <a:latin typeface="Microsoft YaHei"/>
              <a:ea typeface="Microsoft YaHei"/>
            </a:endParaRPr>
          </a:p>
          <a:p>
            <a:pPr>
              <a:lnSpc>
                <a:spcPct val="150000"/>
              </a:lnSpc>
            </a:pPr>
            <a:r>
              <a:rPr lang="zh-CN" sz="2100" b="1">
                <a:solidFill>
                  <a:srgbClr val="0F172A"/>
                </a:solidFill>
                <a:latin typeface="Microsoft YaHei"/>
                <a:ea typeface="Microsoft YaHei"/>
              </a:rPr>
              <a:t>剩下的时间留给选题本身</a:t>
            </a:r>
            <a:endParaRPr lang="zh-CN" sz="2100" b="1">
              <a:solidFill>
                <a:srgbClr val="0F172A"/>
              </a:solidFill>
              <a:latin typeface="Microsoft YaHei"/>
              <a:ea typeface="Microsoft YaHei"/>
            </a:endParaRPr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125200" y="62103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>08 / 08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76300" y="2600325"/>
            <a:ext cx="2943225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一个本地服务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浏览器，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文章与图片存在项目目录里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4619625" y="2600325"/>
            <a:ext cx="2952750" cy="5905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API Key </a:t>
            </a: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存浏览器本地，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导出档案不含</a:t>
            </a:r>
            <a:r>
              <a:rPr lang="en-US" sz="1125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 Key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2026-09-10T11:18:27Z</dcterms:created>
  <dcterms:modified xsi:type="dcterms:W3CDTF">2026-09-10T11:18:27Z</dcterms:modified>
</cp:coreProperties>
</file>